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60" r:id="rId2"/>
  </p:sldMasterIdLst>
  <p:sldIdLst>
    <p:sldId id="256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6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19"/>
    <p:restoredTop sz="94774"/>
  </p:normalViewPr>
  <p:slideViewPr>
    <p:cSldViewPr snapToGrid="0">
      <p:cViewPr>
        <p:scale>
          <a:sx n="108" d="100"/>
          <a:sy n="108" d="100"/>
        </p:scale>
        <p:origin x="2280" y="4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26C60-89FC-6C3E-08D8-F8B6723A1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EB5CCF-194B-9895-0E19-57636EFCB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AA538-9532-55C3-566F-583F8F4D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0B339-E5FF-4BE1-32D4-68A6D888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B9E54A-055B-F71F-F480-9695E693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46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F3AAD-B311-52D4-F8A7-46AEA686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F87091-D85B-5AF9-9C39-76CA3C2A8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5F7827-AFA9-4128-F516-D87E39B9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ADCB3-CADE-5892-1258-83BCA391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C5C7D6-2294-DB3D-A52F-9110A981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8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53B216-E16D-FCA5-38C4-ACBDA1CD5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3846B-8230-4C17-760A-8E0722A67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E014EA-9E5B-5C6F-3236-169A4A8E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7B1FE3-C94E-9E47-3BD7-EE5171D1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70F9D5-FCC0-159A-F333-A48CB812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45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4ED4D-6F63-6A1A-E787-23B9D227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F1A122-6B43-F032-2C6A-B4132FB2F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8D23BF-AA68-9109-C9AF-A15A7E5A2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7744A8-ABCB-4740-5807-2465F941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D76526-D25C-197A-F401-E90CB7A9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6AF5BD-2428-7372-3927-89612B48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02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19FB5-16E0-3F9A-2F5A-0F91B136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820D5A-DEE3-1233-E53E-3AB4B7FA6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4B077C-7CDA-5B50-5EE3-3449D24D7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5F0047-723E-64F5-D2F2-7803CB90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449489-68E0-CEC8-63EB-CEB3E16FC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8FAA30-8D9D-62D2-88E3-26DAA3B4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A6567E-18B6-6AA6-07A4-E5B59474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2301B7-75C0-3869-1A4A-FFE4CF02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86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8462F-8F56-7313-14B4-7BBCD80A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12C861-B0DB-92F8-B377-9A492888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7A2367-DDB7-D5E2-3862-8C3BE82D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386E35-54D9-1797-2268-56989A98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4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9B3915-3AF4-E33F-8136-3B6BB0F2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62AE4F-871B-FB51-968F-8F0BF4C6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696D16-1473-835F-AB6A-1F1B53EB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09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9247F-45CA-D0F4-A581-2AF3C24B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A04618-DDBA-A7B2-A3D4-49B694FED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E89087-74E2-F890-48BD-F516FF320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12D9B0-07D7-0571-BF09-EC2CB45E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9046F2-2301-EEB9-9DD2-EF6331AF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68FDC6-AD68-659C-2CFE-44A16A22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52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D4EC2-7A83-F59B-996F-E5914275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87B0AB-7489-68B5-56E8-4B80EF6B1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260610-9260-952D-570A-9B8AD6AB3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01B83C-5A7E-8B44-9D16-9A25A86C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D521EA-D90C-529E-5DC0-231B8FAB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893DB2-3F0E-E74D-78E0-6637BC90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612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AE821-B720-D1A9-B32F-11F56200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528EDA-6486-ED19-FF62-0414B90FC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A489E-FE0C-A3CF-888B-F086C79CB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82518-8D8A-1C20-9092-ECA348CD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625813-C448-6E9D-BF18-D13617C6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96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0C7A34-847A-AC19-799C-DB0A6DFC1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81BC17-E72D-E44E-7F1E-7EA0CC9C8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8FFF3-37CA-A815-4D29-F1AA799E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8E329-BA33-3DE8-D101-9E4C7F3D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A8719-5DEA-33AF-1B19-5CAD047D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8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26C60-89FC-6C3E-08D8-F8B6723A1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EB5CCF-194B-9895-0E19-57636EFCB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AA538-9532-55C3-566F-583F8F4D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0B339-E5FF-4BE1-32D4-68A6D888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B9E54A-055B-F71F-F480-9695E693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351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F3AAD-B311-52D4-F8A7-46AEA686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F87091-D85B-5AF9-9C39-76CA3C2A8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5F7827-AFA9-4128-F516-D87E39B9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ADCB3-CADE-5892-1258-83BCA391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C5C7D6-2294-DB3D-A52F-9110A981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380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53B216-E16D-FCA5-38C4-ACBDA1CD5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3846B-8230-4C17-760A-8E0722A67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E014EA-9E5B-5C6F-3236-169A4A8E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7B1FE3-C94E-9E47-3BD7-EE5171D1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70F9D5-FCC0-159A-F333-A48CB812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196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4ED4D-6F63-6A1A-E787-23B9D227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F1A122-6B43-F032-2C6A-B4132FB2F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8D23BF-AA68-9109-C9AF-A15A7E5A2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7744A8-ABCB-4740-5807-2465F941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D76526-D25C-197A-F401-E90CB7A9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6AF5BD-2428-7372-3927-89612B48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788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19FB5-16E0-3F9A-2F5A-0F91B136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820D5A-DEE3-1233-E53E-3AB4B7FA6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4B077C-7CDA-5B50-5EE3-3449D24D7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5F0047-723E-64F5-D2F2-7803CB90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449489-68E0-CEC8-63EB-CEB3E16FC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8FAA30-8D9D-62D2-88E3-26DAA3B4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A6567E-18B6-6AA6-07A4-E5B59474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2301B7-75C0-3869-1A4A-FFE4CF02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232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8462F-8F56-7313-14B4-7BBCD80A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12C861-B0DB-92F8-B377-9A492888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7A2367-DDB7-D5E2-3862-8C3BE82D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386E35-54D9-1797-2268-56989A98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631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9B3915-3AF4-E33F-8136-3B6BB0F2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62AE4F-871B-FB51-968F-8F0BF4C6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696D16-1473-835F-AB6A-1F1B53EB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7081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9247F-45CA-D0F4-A581-2AF3C24B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A04618-DDBA-A7B2-A3D4-49B694FED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E89087-74E2-F890-48BD-F516FF320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12D9B0-07D7-0571-BF09-EC2CB45E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9046F2-2301-EEB9-9DD2-EF6331AF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68FDC6-AD68-659C-2CFE-44A16A22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2873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6D4EC2-7A83-F59B-996F-E5914275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87B0AB-7489-68B5-56E8-4B80EF6B1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260610-9260-952D-570A-9B8AD6AB3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01B83C-5A7E-8B44-9D16-9A25A86C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D521EA-D90C-529E-5DC0-231B8FAB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893DB2-3F0E-E74D-78E0-6637BC90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857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AE821-B720-D1A9-B32F-11F56200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528EDA-6486-ED19-FF62-0414B90FC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A489E-FE0C-A3CF-888B-F086C79CB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82518-8D8A-1C20-9092-ECA348CD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625813-C448-6E9D-BF18-D13617C6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268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0C7A34-847A-AC19-799C-DB0A6DFC1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81BC17-E72D-E44E-7F1E-7EA0CC9C8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8FFF3-37CA-A815-4D29-F1AA799E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8E329-BA33-3DE8-D101-9E4C7F3D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A8719-5DEA-33AF-1B19-5CAD047D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62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AA83D0-2A86-61D4-6DE9-05B55390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D28F4-1DD8-5CBB-34A9-6CB964F0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7F734-5D48-24DF-F19A-1EE6E59F9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2F838F-608A-F357-7C54-BF9EA4786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A6A553-56FF-291E-1EC5-7E0D04A38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47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AA83D0-2A86-61D4-6DE9-05B55390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D28F4-1DD8-5CBB-34A9-6CB964F0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7F734-5D48-24DF-F19A-1EE6E59F9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77CFB-1EF2-0545-960B-65D7746E405D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2F838F-608A-F357-7C54-BF9EA4786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A6A553-56FF-291E-1EC5-7E0D04A38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4495D-F025-DD48-8B4D-0B581AE2996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F0A0DB1-D269-DE3B-0969-3739EB010E4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9340" y="-34230"/>
            <a:ext cx="12326179" cy="696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9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7583FA63-058B-A2AA-F32D-F7A69599912E}"/>
              </a:ext>
            </a:extLst>
          </p:cNvPr>
          <p:cNvGrpSpPr/>
          <p:nvPr/>
        </p:nvGrpSpPr>
        <p:grpSpPr>
          <a:xfrm>
            <a:off x="1227699" y="-46453"/>
            <a:ext cx="10092068" cy="6950906"/>
            <a:chOff x="1227699" y="-46453"/>
            <a:chExt cx="10092068" cy="6950906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B1CB0761-B399-7CBC-7921-DD1B3DC50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227699" y="-46453"/>
              <a:ext cx="10092068" cy="6950906"/>
            </a:xfrm>
            <a:prstGeom prst="rect">
              <a:avLst/>
            </a:prstGeom>
          </p:spPr>
        </p:pic>
        <p:grpSp>
          <p:nvGrpSpPr>
            <p:cNvPr id="161" name="グループ化 160">
              <a:extLst>
                <a:ext uri="{FF2B5EF4-FFF2-40B4-BE49-F238E27FC236}">
                  <a16:creationId xmlns:a16="http://schemas.microsoft.com/office/drawing/2014/main" id="{2FD6C238-AC03-739B-2DC1-901D479C8764}"/>
                </a:ext>
              </a:extLst>
            </p:cNvPr>
            <p:cNvGrpSpPr/>
            <p:nvPr/>
          </p:nvGrpSpPr>
          <p:grpSpPr>
            <a:xfrm>
              <a:off x="3094272" y="986839"/>
              <a:ext cx="6071703" cy="5683394"/>
              <a:chOff x="3094272" y="986839"/>
              <a:chExt cx="6071703" cy="5683394"/>
            </a:xfrm>
          </p:grpSpPr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F0C4C4B-3B1C-0588-0DD1-0C8014920F12}"/>
                  </a:ext>
                </a:extLst>
              </p:cNvPr>
              <p:cNvSpPr txBox="1"/>
              <p:nvPr/>
            </p:nvSpPr>
            <p:spPr>
              <a:xfrm>
                <a:off x="6922191" y="986839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札幌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130F4D3-7219-7DE7-85E5-0BC9FDADFF74}"/>
                  </a:ext>
                </a:extLst>
              </p:cNvPr>
              <p:cNvSpPr txBox="1"/>
              <p:nvPr/>
            </p:nvSpPr>
            <p:spPr>
              <a:xfrm>
                <a:off x="7703193" y="1680930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函館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E072F01-E5DB-C445-3394-95A7FA0FE5AE}"/>
                  </a:ext>
                </a:extLst>
              </p:cNvPr>
              <p:cNvSpPr txBox="1"/>
              <p:nvPr/>
            </p:nvSpPr>
            <p:spPr>
              <a:xfrm>
                <a:off x="7889853" y="2072164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青森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7FB1879-4E36-DC5C-53DD-E4217E3D7E89}"/>
                  </a:ext>
                </a:extLst>
              </p:cNvPr>
              <p:cNvSpPr txBox="1"/>
              <p:nvPr/>
            </p:nvSpPr>
            <p:spPr>
              <a:xfrm>
                <a:off x="6905084" y="2433517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秋田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518DBAB-5982-00F1-DF0A-C776742FC33C}"/>
                  </a:ext>
                </a:extLst>
              </p:cNvPr>
              <p:cNvSpPr txBox="1"/>
              <p:nvPr/>
            </p:nvSpPr>
            <p:spPr>
              <a:xfrm>
                <a:off x="7903869" y="2943517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仙台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C937A19-D752-6116-94B8-44A6637AE8C8}"/>
                  </a:ext>
                </a:extLst>
              </p:cNvPr>
              <p:cNvSpPr txBox="1"/>
              <p:nvPr/>
            </p:nvSpPr>
            <p:spPr>
              <a:xfrm>
                <a:off x="7843819" y="3168829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会津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97020B5-446D-283A-F472-02F7E05DB396}"/>
                  </a:ext>
                </a:extLst>
              </p:cNvPr>
              <p:cNvSpPr txBox="1"/>
              <p:nvPr/>
            </p:nvSpPr>
            <p:spPr>
              <a:xfrm>
                <a:off x="7910445" y="3479615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群馬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42D6600-0A15-34EC-0345-241EF0627B77}"/>
                  </a:ext>
                </a:extLst>
              </p:cNvPr>
              <p:cNvSpPr txBox="1"/>
              <p:nvPr/>
            </p:nvSpPr>
            <p:spPr>
              <a:xfrm>
                <a:off x="8178204" y="3846843"/>
                <a:ext cx="98777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彩の国埼玉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B8E16EC-F803-269F-D2EF-D70738EC2298}"/>
                  </a:ext>
                </a:extLst>
              </p:cNvPr>
              <p:cNvSpPr txBox="1"/>
              <p:nvPr/>
            </p:nvSpPr>
            <p:spPr>
              <a:xfrm>
                <a:off x="7779697" y="4083200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千葉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4875951-2DC9-4B08-55E2-D42A5EE4822F}"/>
                  </a:ext>
                </a:extLst>
              </p:cNvPr>
              <p:cNvSpPr txBox="1"/>
              <p:nvPr/>
            </p:nvSpPr>
            <p:spPr>
              <a:xfrm>
                <a:off x="7453834" y="4315023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東京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B0CF17D-B75F-67E5-B50B-58F9F9A9FDFD}"/>
                  </a:ext>
                </a:extLst>
              </p:cNvPr>
              <p:cNvSpPr txBox="1"/>
              <p:nvPr/>
            </p:nvSpPr>
            <p:spPr>
              <a:xfrm>
                <a:off x="7703309" y="4542310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横浜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36056F6-2930-E018-5C30-AE70F8FFD17A}"/>
                  </a:ext>
                </a:extLst>
              </p:cNvPr>
              <p:cNvSpPr txBox="1"/>
              <p:nvPr/>
            </p:nvSpPr>
            <p:spPr>
              <a:xfrm>
                <a:off x="6239479" y="5066647"/>
                <a:ext cx="68480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名古屋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3B2C7476-B146-B5AF-FF3E-EE893505547D}"/>
                  </a:ext>
                </a:extLst>
              </p:cNvPr>
              <p:cNvSpPr txBox="1"/>
              <p:nvPr/>
            </p:nvSpPr>
            <p:spPr>
              <a:xfrm>
                <a:off x="5851480" y="4855737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大阪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FF607D00-17DB-F808-B5DC-81647910FD29}"/>
                  </a:ext>
                </a:extLst>
              </p:cNvPr>
              <p:cNvSpPr txBox="1"/>
              <p:nvPr/>
            </p:nvSpPr>
            <p:spPr>
              <a:xfrm>
                <a:off x="5752996" y="5277557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徳島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438E33D3-9AAC-EDD7-F3C5-A304B28EC57D}"/>
                  </a:ext>
                </a:extLst>
              </p:cNvPr>
              <p:cNvSpPr txBox="1"/>
              <p:nvPr/>
            </p:nvSpPr>
            <p:spPr>
              <a:xfrm>
                <a:off x="5765998" y="5514228"/>
                <a:ext cx="123463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香川</a:t>
                </a:r>
                <a:r>
                  <a:rPr lang="en-US" altLang="ja-JP" sz="1300" dirty="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 (</a:t>
                </a:r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うどん県</a:t>
                </a:r>
                <a:r>
                  <a:rPr lang="en-US" altLang="ja-JP" sz="1300" dirty="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)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F991D7A8-9C07-67C0-3BA3-8ADC1F70D364}"/>
                  </a:ext>
                </a:extLst>
              </p:cNvPr>
              <p:cNvSpPr txBox="1"/>
              <p:nvPr/>
            </p:nvSpPr>
            <p:spPr>
              <a:xfrm>
                <a:off x="5385889" y="5721056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高知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EC0BBB67-DC52-AE8F-5DC7-7C1394B3F6B6}"/>
                  </a:ext>
                </a:extLst>
              </p:cNvPr>
              <p:cNvSpPr txBox="1"/>
              <p:nvPr/>
            </p:nvSpPr>
            <p:spPr>
              <a:xfrm>
                <a:off x="3795214" y="6356143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沖縄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B264A49A-4860-6D22-E8D9-8EF80357B3A0}"/>
                  </a:ext>
                </a:extLst>
              </p:cNvPr>
              <p:cNvSpPr txBox="1"/>
              <p:nvPr/>
            </p:nvSpPr>
            <p:spPr>
              <a:xfrm>
                <a:off x="3629357" y="5325223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熊本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F0C1686-EB4D-B0AA-2170-3D4B0B1CB4C0}"/>
                  </a:ext>
                </a:extLst>
              </p:cNvPr>
              <p:cNvSpPr txBox="1"/>
              <p:nvPr/>
            </p:nvSpPr>
            <p:spPr>
              <a:xfrm>
                <a:off x="3165394" y="5077725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長崎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661D8E3-FADA-728D-20FE-7BB3A58C72E0}"/>
                  </a:ext>
                </a:extLst>
              </p:cNvPr>
              <p:cNvSpPr txBox="1"/>
              <p:nvPr/>
            </p:nvSpPr>
            <p:spPr>
              <a:xfrm>
                <a:off x="3094272" y="4698398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佐賀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C8FA374-42A3-FBA4-572D-9FA22D34B50A}"/>
                  </a:ext>
                </a:extLst>
              </p:cNvPr>
              <p:cNvSpPr txBox="1"/>
              <p:nvPr/>
            </p:nvSpPr>
            <p:spPr>
              <a:xfrm>
                <a:off x="3617526" y="4500279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福岡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5EB7EBF9-94EC-ADA2-AB6E-D0F609562A5B}"/>
                  </a:ext>
                </a:extLst>
              </p:cNvPr>
              <p:cNvSpPr txBox="1"/>
              <p:nvPr/>
            </p:nvSpPr>
            <p:spPr>
              <a:xfrm>
                <a:off x="4780897" y="5113048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愛媛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780D4C97-7C0A-E34B-7461-7E31BD1359A8}"/>
                  </a:ext>
                </a:extLst>
              </p:cNvPr>
              <p:cNvSpPr txBox="1"/>
              <p:nvPr/>
            </p:nvSpPr>
            <p:spPr>
              <a:xfrm>
                <a:off x="4768808" y="5360626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大分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AFF3FCEE-38C3-8DB2-9B5A-8B26CDFD14E4}"/>
                  </a:ext>
                </a:extLst>
              </p:cNvPr>
              <p:cNvSpPr txBox="1"/>
              <p:nvPr/>
            </p:nvSpPr>
            <p:spPr>
              <a:xfrm>
                <a:off x="4098133" y="4080455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広島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62D296C5-0DCD-F426-17A1-0B7F4F8866A3}"/>
                  </a:ext>
                </a:extLst>
              </p:cNvPr>
              <p:cNvSpPr txBox="1"/>
              <p:nvPr/>
            </p:nvSpPr>
            <p:spPr>
              <a:xfrm>
                <a:off x="4313295" y="3767358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島根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9C8A118-40DA-DF09-3FBF-ECA7847014A5}"/>
                  </a:ext>
                </a:extLst>
              </p:cNvPr>
              <p:cNvSpPr txBox="1"/>
              <p:nvPr/>
            </p:nvSpPr>
            <p:spPr>
              <a:xfrm>
                <a:off x="4653895" y="3553038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岡山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08710C19-474C-C486-44B4-5E055EBA92C1}"/>
                  </a:ext>
                </a:extLst>
              </p:cNvPr>
              <p:cNvSpPr txBox="1"/>
              <p:nvPr/>
            </p:nvSpPr>
            <p:spPr>
              <a:xfrm>
                <a:off x="5174408" y="3646103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神戸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E24A762D-070B-BA29-834D-C4042F21CAC9}"/>
                  </a:ext>
                </a:extLst>
              </p:cNvPr>
              <p:cNvSpPr txBox="1"/>
              <p:nvPr/>
            </p:nvSpPr>
            <p:spPr>
              <a:xfrm>
                <a:off x="5555303" y="3816343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Hiragino Kaku Gothic Pro W3" panose="020B0300000000000000" pitchFamily="34" charset="-128"/>
                    <a:ea typeface="Hiragino Kaku Gothic Pro W3" panose="020B0300000000000000" pitchFamily="34" charset="-128"/>
                    <a:cs typeface="Arial" panose="020B0604020202020204" pitchFamily="34" charset="0"/>
                  </a:rPr>
                  <a:t>京都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36BBDDB0-D406-36D0-2B26-CDBC624B8BA8}"/>
                  </a:ext>
                </a:extLst>
              </p:cNvPr>
              <p:cNvSpPr txBox="1"/>
              <p:nvPr/>
            </p:nvSpPr>
            <p:spPr>
              <a:xfrm>
                <a:off x="5506645" y="3152064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金沢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4E8EDCC4-14A8-FA20-9C09-195AE9BF2CDC}"/>
                  </a:ext>
                </a:extLst>
              </p:cNvPr>
              <p:cNvSpPr txBox="1"/>
              <p:nvPr/>
            </p:nvSpPr>
            <p:spPr>
              <a:xfrm>
                <a:off x="6047315" y="3154414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富山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4E7BDE8A-6D7E-5121-7EDD-E22B5C61EBF4}"/>
                  </a:ext>
                </a:extLst>
              </p:cNvPr>
              <p:cNvSpPr txBox="1"/>
              <p:nvPr/>
            </p:nvSpPr>
            <p:spPr>
              <a:xfrm>
                <a:off x="6609989" y="3238335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長野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4E8F5EFF-31D0-1D63-3B2E-0E32CCB1DE08}"/>
                  </a:ext>
                </a:extLst>
              </p:cNvPr>
              <p:cNvSpPr txBox="1"/>
              <p:nvPr/>
            </p:nvSpPr>
            <p:spPr>
              <a:xfrm>
                <a:off x="6152530" y="2763614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新潟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1844D774-08CA-80C4-BE8A-4E2F25B79334}"/>
                  </a:ext>
                </a:extLst>
              </p:cNvPr>
              <p:cNvSpPr txBox="1"/>
              <p:nvPr/>
            </p:nvSpPr>
            <p:spPr>
              <a:xfrm>
                <a:off x="6802886" y="2694176"/>
                <a:ext cx="518091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山形</a:t>
                </a:r>
                <a:endParaRPr kumimoji="1" lang="ja-JP" altLang="en-US" sz="1300">
                  <a:solidFill>
                    <a:schemeClr val="bg2">
                      <a:lumMod val="10000"/>
                    </a:schemeClr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6D37C682-1DB3-B4D3-4264-69D7E523C622}"/>
                  </a:ext>
                </a:extLst>
              </p:cNvPr>
              <p:cNvSpPr txBox="1"/>
              <p:nvPr/>
            </p:nvSpPr>
            <p:spPr>
              <a:xfrm>
                <a:off x="7727601" y="1276446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DDB57DC5-4CAC-FC7A-E7B9-DEB91073E565}"/>
                  </a:ext>
                </a:extLst>
              </p:cNvPr>
              <p:cNvSpPr txBox="1"/>
              <p:nvPr/>
            </p:nvSpPr>
            <p:spPr>
              <a:xfrm>
                <a:off x="7460044" y="1679709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D7B58FC3-3186-C8EA-5397-766AE5D677BC}"/>
                  </a:ext>
                </a:extLst>
              </p:cNvPr>
              <p:cNvCxnSpPr/>
              <p:nvPr/>
            </p:nvCxnSpPr>
            <p:spPr>
              <a:xfrm>
                <a:off x="7341079" y="1275225"/>
                <a:ext cx="502739" cy="112096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31332F69-A8B0-2D09-88D8-4D33B074FD0A}"/>
                  </a:ext>
                </a:extLst>
              </p:cNvPr>
              <p:cNvSpPr txBox="1"/>
              <p:nvPr/>
            </p:nvSpPr>
            <p:spPr>
              <a:xfrm>
                <a:off x="7594553" y="2149218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CE96AA90-98F7-8A36-D574-071B37104DC0}"/>
                  </a:ext>
                </a:extLst>
              </p:cNvPr>
              <p:cNvSpPr txBox="1"/>
              <p:nvPr/>
            </p:nvSpPr>
            <p:spPr>
              <a:xfrm>
                <a:off x="7339922" y="2546038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BDAF10AA-E220-10E9-68B6-3F670B6CB407}"/>
                  </a:ext>
                </a:extLst>
              </p:cNvPr>
              <p:cNvSpPr txBox="1"/>
              <p:nvPr/>
            </p:nvSpPr>
            <p:spPr>
              <a:xfrm>
                <a:off x="7619222" y="2951319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0E31173D-3827-A7AC-CA2C-3DF875A0A0EC}"/>
                  </a:ext>
                </a:extLst>
              </p:cNvPr>
              <p:cNvSpPr txBox="1"/>
              <p:nvPr/>
            </p:nvSpPr>
            <p:spPr>
              <a:xfrm>
                <a:off x="7268397" y="3823200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6F300DC5-AF70-481C-7B0F-332D416A3235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7494559" y="3982528"/>
                <a:ext cx="683645" cy="10509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B264FC2C-8C2B-5B5F-A325-9608A25396EF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7555134" y="4171701"/>
                <a:ext cx="224563" cy="57693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FCE055DA-C74B-ADEF-B40B-1F5CEF6B0CE8}"/>
                  </a:ext>
                </a:extLst>
              </p:cNvPr>
              <p:cNvSpPr txBox="1"/>
              <p:nvPr/>
            </p:nvSpPr>
            <p:spPr>
              <a:xfrm>
                <a:off x="7338077" y="4006172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4F7C7AF2-A457-C62D-C968-7F978B163A38}"/>
                  </a:ext>
                </a:extLst>
              </p:cNvPr>
              <p:cNvSpPr txBox="1"/>
              <p:nvPr/>
            </p:nvSpPr>
            <p:spPr>
              <a:xfrm>
                <a:off x="7188508" y="395884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F09C576A-D418-425E-F5B0-41FDB52105F4}"/>
                  </a:ext>
                </a:extLst>
              </p:cNvPr>
              <p:cNvSpPr txBox="1"/>
              <p:nvPr/>
            </p:nvSpPr>
            <p:spPr>
              <a:xfrm>
                <a:off x="7073449" y="4041424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E5A1BD30-7BE5-495A-75CC-C793C9DDE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149" y="4251744"/>
                <a:ext cx="434563" cy="44651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51AB565C-3643-1F5F-059C-5B51581EF2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93333" y="4375588"/>
                <a:ext cx="19636" cy="757758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23B72C35-66B1-B121-A912-40FD28F1571A}"/>
                  </a:ext>
                </a:extLst>
              </p:cNvPr>
              <p:cNvSpPr txBox="1"/>
              <p:nvPr/>
            </p:nvSpPr>
            <p:spPr>
              <a:xfrm>
                <a:off x="6320475" y="4197521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7" name="直線コネクタ 96">
                <a:extLst>
                  <a:ext uri="{FF2B5EF4-FFF2-40B4-BE49-F238E27FC236}">
                    <a16:creationId xmlns:a16="http://schemas.microsoft.com/office/drawing/2014/main" id="{72B6161B-2EC3-F3A3-4B1D-715A727E05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9581" y="4076449"/>
                <a:ext cx="100285" cy="222466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0CD3EF9D-5F7E-40A4-4073-D29F84CF0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1019" y="4480062"/>
                <a:ext cx="100285" cy="45612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B233398B-0F8A-0591-7FD0-CBAE7F6A2E34}"/>
                  </a:ext>
                </a:extLst>
              </p:cNvPr>
              <p:cNvSpPr txBox="1"/>
              <p:nvPr/>
            </p:nvSpPr>
            <p:spPr>
              <a:xfrm>
                <a:off x="5839629" y="4188654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120CD60F-8642-AA3E-CC6E-A75521F51766}"/>
                  </a:ext>
                </a:extLst>
              </p:cNvPr>
              <p:cNvSpPr txBox="1"/>
              <p:nvPr/>
            </p:nvSpPr>
            <p:spPr>
              <a:xfrm>
                <a:off x="5811035" y="430063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EBDA2C2A-1977-9CE2-6EBC-BD89CE4C6B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81873" y="4795734"/>
                <a:ext cx="90404" cy="359195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コネクタ 106">
                <a:extLst>
                  <a:ext uri="{FF2B5EF4-FFF2-40B4-BE49-F238E27FC236}">
                    <a16:creationId xmlns:a16="http://schemas.microsoft.com/office/drawing/2014/main" id="{61FD02DF-8AA0-3A02-97F1-92C72C1AE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4850" y="4963716"/>
                <a:ext cx="267791" cy="842900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0DA3324C-AA8C-DF26-F506-184422070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8720" y="4795627"/>
                <a:ext cx="200909" cy="52495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276E30A4-5A52-A3BB-F3EC-6C1CC86F8098}"/>
                  </a:ext>
                </a:extLst>
              </p:cNvPr>
              <p:cNvCxnSpPr>
                <a:cxnSpLocks/>
                <a:endCxn id="26" idx="1"/>
              </p:cNvCxnSpPr>
              <p:nvPr/>
            </p:nvCxnSpPr>
            <p:spPr>
              <a:xfrm>
                <a:off x="5479187" y="4621053"/>
                <a:ext cx="286811" cy="1039369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E62FA8FC-82A0-C861-5254-4B7D0674A5DD}"/>
                  </a:ext>
                </a:extLst>
              </p:cNvPr>
              <p:cNvSpPr txBox="1"/>
              <p:nvPr/>
            </p:nvSpPr>
            <p:spPr>
              <a:xfrm>
                <a:off x="5466189" y="4657737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E53006A4-86C9-4F3B-A7FD-283E6383A17E}"/>
                  </a:ext>
                </a:extLst>
              </p:cNvPr>
              <p:cNvSpPr txBox="1"/>
              <p:nvPr/>
            </p:nvSpPr>
            <p:spPr>
              <a:xfrm>
                <a:off x="5313247" y="4479185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テキスト ボックス 102">
                <a:extLst>
                  <a:ext uri="{FF2B5EF4-FFF2-40B4-BE49-F238E27FC236}">
                    <a16:creationId xmlns:a16="http://schemas.microsoft.com/office/drawing/2014/main" id="{EC3B545D-DD95-4A0C-9B3A-90A10CA532CA}"/>
                  </a:ext>
                </a:extLst>
              </p:cNvPr>
              <p:cNvSpPr txBox="1"/>
              <p:nvPr/>
            </p:nvSpPr>
            <p:spPr>
              <a:xfrm>
                <a:off x="5110014" y="4803342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BCB3B86D-FB85-06BA-AA07-BB583B01E646}"/>
                  </a:ext>
                </a:extLst>
              </p:cNvPr>
              <p:cNvSpPr txBox="1"/>
              <p:nvPr/>
            </p:nvSpPr>
            <p:spPr>
              <a:xfrm>
                <a:off x="4894029" y="4651234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2" name="直線コネクタ 121">
                <a:extLst>
                  <a:ext uri="{FF2B5EF4-FFF2-40B4-BE49-F238E27FC236}">
                    <a16:creationId xmlns:a16="http://schemas.microsoft.com/office/drawing/2014/main" id="{24B2820C-481D-972C-9302-18C9DAF34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1392" y="3888952"/>
                <a:ext cx="324723" cy="52238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テキスト ボックス 120">
                <a:extLst>
                  <a:ext uri="{FF2B5EF4-FFF2-40B4-BE49-F238E27FC236}">
                    <a16:creationId xmlns:a16="http://schemas.microsoft.com/office/drawing/2014/main" id="{64E1DC6F-4962-ED72-A9E7-5893892DFFBB}"/>
                  </a:ext>
                </a:extLst>
              </p:cNvPr>
              <p:cNvSpPr txBox="1"/>
              <p:nvPr/>
            </p:nvSpPr>
            <p:spPr>
              <a:xfrm>
                <a:off x="5639690" y="428768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4" name="直線コネクタ 123">
                <a:extLst>
                  <a:ext uri="{FF2B5EF4-FFF2-40B4-BE49-F238E27FC236}">
                    <a16:creationId xmlns:a16="http://schemas.microsoft.com/office/drawing/2014/main" id="{69319FC8-461D-805C-8B71-00E4E7B81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996" y="4026004"/>
                <a:ext cx="199245" cy="294398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テキスト ボックス 118">
                <a:extLst>
                  <a:ext uri="{FF2B5EF4-FFF2-40B4-BE49-F238E27FC236}">
                    <a16:creationId xmlns:a16="http://schemas.microsoft.com/office/drawing/2014/main" id="{26254479-4E76-F81E-5578-278DE219A203}"/>
                  </a:ext>
                </a:extLst>
              </p:cNvPr>
              <p:cNvSpPr txBox="1"/>
              <p:nvPr/>
            </p:nvSpPr>
            <p:spPr>
              <a:xfrm>
                <a:off x="4806184" y="4175710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6" name="直線コネクタ 125">
                <a:extLst>
                  <a:ext uri="{FF2B5EF4-FFF2-40B4-BE49-F238E27FC236}">
                    <a16:creationId xmlns:a16="http://schemas.microsoft.com/office/drawing/2014/main" id="{E6614D91-A25D-B929-3CCF-FB39CB5444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5014" y="4235009"/>
                <a:ext cx="493573" cy="32465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8BBEA9D8-90E4-1643-5E9D-D1AA615BD5A4}"/>
                  </a:ext>
                </a:extLst>
              </p:cNvPr>
              <p:cNvSpPr txBox="1"/>
              <p:nvPr/>
            </p:nvSpPr>
            <p:spPr>
              <a:xfrm>
                <a:off x="4877651" y="4413467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8" name="直線コネクタ 127">
                <a:extLst>
                  <a:ext uri="{FF2B5EF4-FFF2-40B4-BE49-F238E27FC236}">
                    <a16:creationId xmlns:a16="http://schemas.microsoft.com/office/drawing/2014/main" id="{36AA7369-DD9F-799C-58C7-DFB62F87A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8856" y="4679234"/>
                <a:ext cx="355794" cy="150105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コネクタ 129">
                <a:extLst>
                  <a:ext uri="{FF2B5EF4-FFF2-40B4-BE49-F238E27FC236}">
                    <a16:creationId xmlns:a16="http://schemas.microsoft.com/office/drawing/2014/main" id="{3432DA87-6E71-FB86-8767-4C24EAFB8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9757" y="4854131"/>
                <a:ext cx="685565" cy="77849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5ECABC28-F69B-1335-1499-2B41022AF574}"/>
                  </a:ext>
                </a:extLst>
              </p:cNvPr>
              <p:cNvSpPr txBox="1"/>
              <p:nvPr/>
            </p:nvSpPr>
            <p:spPr>
              <a:xfrm>
                <a:off x="4149980" y="4786928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7FA4F729-6C1E-1BDC-1976-09462A5D2E15}"/>
                  </a:ext>
                </a:extLst>
              </p:cNvPr>
              <p:cNvSpPr txBox="1"/>
              <p:nvPr/>
            </p:nvSpPr>
            <p:spPr>
              <a:xfrm>
                <a:off x="4270679" y="4694216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2" name="直線コネクタ 131">
                <a:extLst>
                  <a:ext uri="{FF2B5EF4-FFF2-40B4-BE49-F238E27FC236}">
                    <a16:creationId xmlns:a16="http://schemas.microsoft.com/office/drawing/2014/main" id="{05F822D0-4879-BCCB-E20F-0F6B648250BA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 flipV="1">
                <a:off x="3683485" y="5089259"/>
                <a:ext cx="546269" cy="134660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テキスト ボックス 115">
                <a:extLst>
                  <a:ext uri="{FF2B5EF4-FFF2-40B4-BE49-F238E27FC236}">
                    <a16:creationId xmlns:a16="http://schemas.microsoft.com/office/drawing/2014/main" id="{C849687D-0E5B-AB3B-6EF1-EE2A6165DE6B}"/>
                  </a:ext>
                </a:extLst>
              </p:cNvPr>
              <p:cNvSpPr txBox="1"/>
              <p:nvPr/>
            </p:nvSpPr>
            <p:spPr>
              <a:xfrm>
                <a:off x="4063958" y="4938655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4" name="直線コネクタ 133">
                <a:extLst>
                  <a:ext uri="{FF2B5EF4-FFF2-40B4-BE49-F238E27FC236}">
                    <a16:creationId xmlns:a16="http://schemas.microsoft.com/office/drawing/2014/main" id="{0F341694-E5A3-7D9A-CED2-AA9CF67265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9466" y="5219737"/>
                <a:ext cx="326973" cy="220089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テキスト ボックス 116">
                <a:extLst>
                  <a:ext uri="{FF2B5EF4-FFF2-40B4-BE49-F238E27FC236}">
                    <a16:creationId xmlns:a16="http://schemas.microsoft.com/office/drawing/2014/main" id="{B4046636-1A82-FBDE-6C78-D6EE676A6380}"/>
                  </a:ext>
                </a:extLst>
              </p:cNvPr>
              <p:cNvSpPr txBox="1"/>
              <p:nvPr/>
            </p:nvSpPr>
            <p:spPr>
              <a:xfrm>
                <a:off x="4275100" y="5069185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9" name="直線コネクタ 138">
                <a:extLst>
                  <a:ext uri="{FF2B5EF4-FFF2-40B4-BE49-F238E27FC236}">
                    <a16:creationId xmlns:a16="http://schemas.microsoft.com/office/drawing/2014/main" id="{ECD5ECBD-AD3F-E26E-7C13-3612E5DAA5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4047" y="3423298"/>
                <a:ext cx="583957" cy="331783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テキスト ボックス 137">
                <a:extLst>
                  <a:ext uri="{FF2B5EF4-FFF2-40B4-BE49-F238E27FC236}">
                    <a16:creationId xmlns:a16="http://schemas.microsoft.com/office/drawing/2014/main" id="{2905AA51-AFDF-4F1B-66EC-B0FC3FC66A9E}"/>
                  </a:ext>
                </a:extLst>
              </p:cNvPr>
              <p:cNvSpPr txBox="1"/>
              <p:nvPr/>
            </p:nvSpPr>
            <p:spPr>
              <a:xfrm>
                <a:off x="6206688" y="3605541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1" name="直線コネクタ 140">
                <a:extLst>
                  <a:ext uri="{FF2B5EF4-FFF2-40B4-BE49-F238E27FC236}">
                    <a16:creationId xmlns:a16="http://schemas.microsoft.com/office/drawing/2014/main" id="{BE3A9C47-E078-D437-6680-B5E510C42E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126" y="3481662"/>
                <a:ext cx="233196" cy="460364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線コネクタ 142">
                <a:extLst>
                  <a:ext uri="{FF2B5EF4-FFF2-40B4-BE49-F238E27FC236}">
                    <a16:creationId xmlns:a16="http://schemas.microsoft.com/office/drawing/2014/main" id="{FE4C924D-5C35-19B7-FE05-6883218713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1646" y="3009455"/>
                <a:ext cx="673666" cy="214962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1A8DFA1B-189D-82B5-A760-3892C69C7EC2}"/>
                  </a:ext>
                </a:extLst>
              </p:cNvPr>
              <p:cNvSpPr txBox="1"/>
              <p:nvPr/>
            </p:nvSpPr>
            <p:spPr>
              <a:xfrm>
                <a:off x="7081748" y="308274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5" name="直線コネクタ 144">
                <a:extLst>
                  <a:ext uri="{FF2B5EF4-FFF2-40B4-BE49-F238E27FC236}">
                    <a16:creationId xmlns:a16="http://schemas.microsoft.com/office/drawing/2014/main" id="{AC8F2985-9FEE-688D-3062-E84A4BADB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0906" y="2928051"/>
                <a:ext cx="182557" cy="137995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AEDF5E6F-C577-3631-7DCB-F7AD1AE467EB}"/>
                  </a:ext>
                </a:extLst>
              </p:cNvPr>
              <p:cNvSpPr txBox="1"/>
              <p:nvPr/>
            </p:nvSpPr>
            <p:spPr>
              <a:xfrm>
                <a:off x="7260906" y="295038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65A53AB-1B10-091C-C36E-2EC38754764A}"/>
                  </a:ext>
                </a:extLst>
              </p:cNvPr>
              <p:cNvSpPr txBox="1"/>
              <p:nvPr/>
            </p:nvSpPr>
            <p:spPr>
              <a:xfrm>
                <a:off x="3571185" y="6377845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50" name="テキスト ボックス 149">
                <a:extLst>
                  <a:ext uri="{FF2B5EF4-FFF2-40B4-BE49-F238E27FC236}">
                    <a16:creationId xmlns:a16="http://schemas.microsoft.com/office/drawing/2014/main" id="{0A691ECE-4136-DD67-01F2-A919D95EDEAE}"/>
                  </a:ext>
                </a:extLst>
              </p:cNvPr>
              <p:cNvSpPr txBox="1"/>
              <p:nvPr/>
            </p:nvSpPr>
            <p:spPr>
              <a:xfrm>
                <a:off x="6599108" y="3774680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4" name="直線コネクタ 153">
                <a:extLst>
                  <a:ext uri="{FF2B5EF4-FFF2-40B4-BE49-F238E27FC236}">
                    <a16:creationId xmlns:a16="http://schemas.microsoft.com/office/drawing/2014/main" id="{6E64355A-0F86-63B9-A121-3103A0DE5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8565" y="3633985"/>
                <a:ext cx="517625" cy="0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913C8C33-E940-4BB1-4778-B169409934DF}"/>
                  </a:ext>
                </a:extLst>
              </p:cNvPr>
              <p:cNvSpPr txBox="1"/>
              <p:nvPr/>
            </p:nvSpPr>
            <p:spPr>
              <a:xfrm>
                <a:off x="7237796" y="3469409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6" name="直線コネクタ 155">
                <a:extLst>
                  <a:ext uri="{FF2B5EF4-FFF2-40B4-BE49-F238E27FC236}">
                    <a16:creationId xmlns:a16="http://schemas.microsoft.com/office/drawing/2014/main" id="{38B5356F-2FA2-A45E-30C9-E7AB135742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4901" y="3401753"/>
                <a:ext cx="475224" cy="270255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テキスト ボックス 150">
                <a:extLst>
                  <a:ext uri="{FF2B5EF4-FFF2-40B4-BE49-F238E27FC236}">
                    <a16:creationId xmlns:a16="http://schemas.microsoft.com/office/drawing/2014/main" id="{8B51A572-B0D9-255A-3AFA-855F8C78CBD2}"/>
                  </a:ext>
                </a:extLst>
              </p:cNvPr>
              <p:cNvSpPr txBox="1"/>
              <p:nvPr/>
            </p:nvSpPr>
            <p:spPr>
              <a:xfrm>
                <a:off x="6610304" y="3538122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9" name="直線コネクタ 158">
                <a:extLst>
                  <a:ext uri="{FF2B5EF4-FFF2-40B4-BE49-F238E27FC236}">
                    <a16:creationId xmlns:a16="http://schemas.microsoft.com/office/drawing/2014/main" id="{5E14A1FA-2E64-F51A-7CBE-60E26E16A7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45189" y="3312930"/>
                <a:ext cx="368541" cy="24380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541261F2-655E-C877-0BFE-31A022A32C71}"/>
                  </a:ext>
                </a:extLst>
              </p:cNvPr>
              <p:cNvSpPr txBox="1"/>
              <p:nvPr/>
            </p:nvSpPr>
            <p:spPr>
              <a:xfrm>
                <a:off x="7354431" y="3192274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65" name="直線コネクタ 164">
                <a:extLst>
                  <a:ext uri="{FF2B5EF4-FFF2-40B4-BE49-F238E27FC236}">
                    <a16:creationId xmlns:a16="http://schemas.microsoft.com/office/drawing/2014/main" id="{D6BAD8D3-EFE4-E82E-1632-CA882D0A25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7173" y="3801903"/>
                <a:ext cx="417925" cy="630856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テキスト ボックス 166">
                <a:extLst>
                  <a:ext uri="{FF2B5EF4-FFF2-40B4-BE49-F238E27FC236}">
                    <a16:creationId xmlns:a16="http://schemas.microsoft.com/office/drawing/2014/main" id="{FFBF3B3D-B5EE-782B-0377-1C9F0353C590}"/>
                  </a:ext>
                </a:extLst>
              </p:cNvPr>
              <p:cNvSpPr txBox="1"/>
              <p:nvPr/>
            </p:nvSpPr>
            <p:spPr>
              <a:xfrm>
                <a:off x="5345426" y="4298889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72" name="直線コネクタ 171">
                <a:extLst>
                  <a:ext uri="{FF2B5EF4-FFF2-40B4-BE49-F238E27FC236}">
                    <a16:creationId xmlns:a16="http://schemas.microsoft.com/office/drawing/2014/main" id="{C30D61A1-F81C-0A5F-0F57-23F7FFC2A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721" y="5036139"/>
                <a:ext cx="93360" cy="420913"/>
              </a:xfrm>
              <a:prstGeom prst="line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F6DD36DA-769A-5CB1-B8EC-A0057CE94095}"/>
                  </a:ext>
                </a:extLst>
              </p:cNvPr>
              <p:cNvSpPr txBox="1"/>
              <p:nvPr/>
            </p:nvSpPr>
            <p:spPr>
              <a:xfrm>
                <a:off x="4605576" y="4885113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D51C16-F92B-19E1-FD5F-F90D1699A8EF}"/>
                  </a:ext>
                </a:extLst>
              </p:cNvPr>
              <p:cNvSpPr txBox="1"/>
              <p:nvPr/>
            </p:nvSpPr>
            <p:spPr>
              <a:xfrm>
                <a:off x="6822115" y="4136032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B8BBC662-9CE3-4B1B-504A-90F9BC4D09F3}"/>
                  </a:ext>
                </a:extLst>
              </p:cNvPr>
              <p:cNvSpPr txBox="1"/>
              <p:nvPr/>
            </p:nvSpPr>
            <p:spPr>
              <a:xfrm>
                <a:off x="6509377" y="4356685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F17ACD31-9D74-A320-2AE2-9BA583A04628}"/>
                  </a:ext>
                </a:extLst>
              </p:cNvPr>
              <p:cNvSpPr txBox="1"/>
              <p:nvPr/>
            </p:nvSpPr>
            <p:spPr>
              <a:xfrm>
                <a:off x="6632727" y="4279188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46A9A64-C220-F71B-2D68-56972B470176}"/>
                  </a:ext>
                </a:extLst>
              </p:cNvPr>
              <p:cNvSpPr txBox="1"/>
              <p:nvPr/>
            </p:nvSpPr>
            <p:spPr>
              <a:xfrm>
                <a:off x="7732200" y="2516292"/>
                <a:ext cx="351378" cy="2923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" altLang="ja-JP" sz="1300" dirty="0">
                    <a:solidFill>
                      <a:srgbClr val="F8B62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★</a:t>
                </a:r>
                <a:endParaRPr kumimoji="1" lang="ja-JP" altLang="en-US" sz="130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3547E02C-27E5-DBEF-EA3C-97C23A3DEEF2}"/>
                  </a:ext>
                </a:extLst>
              </p:cNvPr>
              <p:cNvSpPr txBox="1"/>
              <p:nvPr/>
            </p:nvSpPr>
            <p:spPr>
              <a:xfrm>
                <a:off x="8006256" y="2434365"/>
                <a:ext cx="593432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300">
                    <a:solidFill>
                      <a:schemeClr val="bg2">
                        <a:lumMod val="10000"/>
                      </a:schemeClr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Arial" panose="020B0604020202020204" pitchFamily="34" charset="0"/>
                  </a:rPr>
                  <a:t>いわて</a:t>
                </a:r>
              </a:p>
            </p:txBody>
          </p:sp>
        </p:grpSp>
      </p:grpSp>
      <p:pic>
        <p:nvPicPr>
          <p:cNvPr id="168" name="図 167">
            <a:extLst>
              <a:ext uri="{FF2B5EF4-FFF2-40B4-BE49-F238E27FC236}">
                <a16:creationId xmlns:a16="http://schemas.microsoft.com/office/drawing/2014/main" id="{8C73A2B2-ABEF-7E98-5B83-61B29B3E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952" y="577094"/>
            <a:ext cx="2837455" cy="489779"/>
          </a:xfrm>
          <a:prstGeom prst="rect">
            <a:avLst/>
          </a:prstGeom>
        </p:spPr>
      </p:pic>
      <p:pic>
        <p:nvPicPr>
          <p:cNvPr id="169" name="図 168">
            <a:extLst>
              <a:ext uri="{FF2B5EF4-FFF2-40B4-BE49-F238E27FC236}">
                <a16:creationId xmlns:a16="http://schemas.microsoft.com/office/drawing/2014/main" id="{2FBF6E41-8C55-1BEA-0E1D-A5F7932E0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070" y="1240389"/>
            <a:ext cx="2796992" cy="21886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9E1843D-8D5D-EBB1-275F-97F6CCF586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5669" y="464293"/>
            <a:ext cx="1327240" cy="130310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ED312E-F3C6-EDA3-D835-3D9C73E048CB}"/>
              </a:ext>
            </a:extLst>
          </p:cNvPr>
          <p:cNvSpPr txBox="1"/>
          <p:nvPr/>
        </p:nvSpPr>
        <p:spPr>
          <a:xfrm>
            <a:off x="795669" y="1855261"/>
            <a:ext cx="5219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https://jaws-</a:t>
            </a:r>
            <a:r>
              <a:rPr lang="en-US" altLang="ja-JP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ug.jp</a:t>
            </a:r>
            <a:r>
              <a:rPr lang="en-US" altLang="ja-JP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 #</a:t>
            </a:r>
            <a:r>
              <a:rPr lang="en-US" altLang="ja-JP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jawsug</a:t>
            </a:r>
            <a:endParaRPr kumimoji="1" lang="ja-JP" altLang="en-US" sz="28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27EE06-EF2C-C3B5-1754-8D05799C7E38}"/>
              </a:ext>
            </a:extLst>
          </p:cNvPr>
          <p:cNvSpPr txBox="1"/>
          <p:nvPr/>
        </p:nvSpPr>
        <p:spPr>
          <a:xfrm>
            <a:off x="850883" y="3619807"/>
            <a:ext cx="1831299" cy="56781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none" lIns="144000" tIns="144000" rIns="144000" bIns="144000" rtlCol="0">
            <a:spAutoFit/>
          </a:bodyPr>
          <a:lstStyle/>
          <a:p>
            <a:r>
              <a:rPr lang="ja-JP" altLang="en-US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全国支部</a:t>
            </a:r>
            <a:r>
              <a:rPr lang="en-US" altLang="ja-JP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 MAP</a:t>
            </a:r>
            <a:endParaRPr kumimoji="1" lang="ja-JP" altLang="en-US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3A236B-A1AD-FA33-3842-6FA1CA781539}"/>
              </a:ext>
            </a:extLst>
          </p:cNvPr>
          <p:cNvSpPr txBox="1"/>
          <p:nvPr/>
        </p:nvSpPr>
        <p:spPr>
          <a:xfrm>
            <a:off x="864584" y="2201846"/>
            <a:ext cx="41251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全国</a:t>
            </a:r>
            <a:r>
              <a:rPr lang="en-US" altLang="ja-JP" sz="4000" b="1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68</a:t>
            </a:r>
            <a:r>
              <a:rPr lang="ja-JP" altLang="en-US" sz="2400" b="1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支部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4674371-E09E-362E-6599-60F95997913C}"/>
              </a:ext>
            </a:extLst>
          </p:cNvPr>
          <p:cNvSpPr txBox="1"/>
          <p:nvPr/>
        </p:nvSpPr>
        <p:spPr>
          <a:xfrm>
            <a:off x="864584" y="6182265"/>
            <a:ext cx="1898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Mar. 2026</a:t>
            </a:r>
            <a:endParaRPr lang="ja-JP" altLang="en-US" sz="24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E06E5F-A8A8-9BDA-9BE6-C6C1EA20E98F}"/>
              </a:ext>
            </a:extLst>
          </p:cNvPr>
          <p:cNvSpPr txBox="1"/>
          <p:nvPr/>
        </p:nvSpPr>
        <p:spPr>
          <a:xfrm>
            <a:off x="9382125" y="1240389"/>
            <a:ext cx="2023311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関西</a:t>
            </a: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IoT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DE&amp;I</a:t>
            </a:r>
            <a:endParaRPr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クラウド女子会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初心者支部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CLI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専門支部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コンテナ支部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HPC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専門支部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Fin-JAWS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Ops-JAWS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E-JAWS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アーキテクチャ専門支部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情シス支部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IoT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専門支部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NW-JAWS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Security-JAWS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ビッグデータ支部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AI/ML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Media-JAWS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JAWS-UG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朝会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SRE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CDK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支部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Sales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 err="1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GameTech</a:t>
            </a:r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専門支部</a:t>
            </a:r>
            <a:endParaRPr lang="en-US" altLang="ja-JP" sz="1300" dirty="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-US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Storage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Education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Gov-JAWS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1613F89A-A5E4-FA80-DD98-43822BC37CB4}"/>
              </a:ext>
            </a:extLst>
          </p:cNvPr>
          <p:cNvSpPr txBox="1"/>
          <p:nvPr/>
        </p:nvSpPr>
        <p:spPr>
          <a:xfrm>
            <a:off x="850883" y="4272622"/>
            <a:ext cx="1702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2026</a:t>
            </a:r>
            <a:r>
              <a:rPr lang="ja-JP" altLang="en-US" sz="14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年</a:t>
            </a:r>
            <a:r>
              <a:rPr lang="en-US" altLang="ja-JP" sz="14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3</a:t>
            </a:r>
            <a:r>
              <a:rPr lang="ja-JP" altLang="en-US" sz="14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月現在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D8949B1-D527-6D5F-7011-E691AD286115}"/>
              </a:ext>
            </a:extLst>
          </p:cNvPr>
          <p:cNvSpPr txBox="1"/>
          <p:nvPr/>
        </p:nvSpPr>
        <p:spPr>
          <a:xfrm>
            <a:off x="7205102" y="5151989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磐田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4D66E083-62C1-B1FE-EDC0-749C61F72359}"/>
              </a:ext>
            </a:extLst>
          </p:cNvPr>
          <p:cNvSpPr txBox="1"/>
          <p:nvPr/>
        </p:nvSpPr>
        <p:spPr>
          <a:xfrm>
            <a:off x="6447005" y="4584033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浜松</a:t>
            </a:r>
            <a:endParaRPr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6569B83D-73B3-3B1A-57C8-44073896395A}"/>
              </a:ext>
            </a:extLst>
          </p:cNvPr>
          <p:cNvCxnSpPr>
            <a:cxnSpLocks/>
          </p:cNvCxnSpPr>
          <p:nvPr/>
        </p:nvCxnSpPr>
        <p:spPr>
          <a:xfrm>
            <a:off x="6846145" y="4457222"/>
            <a:ext cx="411891" cy="828504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7D8396B-12BB-A4F1-3086-878B6D77254F}"/>
              </a:ext>
            </a:extLst>
          </p:cNvPr>
          <p:cNvSpPr txBox="1"/>
          <p:nvPr/>
        </p:nvSpPr>
        <p:spPr>
          <a:xfrm>
            <a:off x="7219287" y="4947666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静岡</a:t>
            </a:r>
            <a:endParaRPr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D2649F71-9BB9-EEE2-D71D-07E68034A17A}"/>
              </a:ext>
            </a:extLst>
          </p:cNvPr>
          <p:cNvCxnSpPr>
            <a:cxnSpLocks/>
          </p:cNvCxnSpPr>
          <p:nvPr/>
        </p:nvCxnSpPr>
        <p:spPr>
          <a:xfrm>
            <a:off x="6997804" y="4341348"/>
            <a:ext cx="287416" cy="627891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1ACDF89-32DA-165D-C953-6045F0AC2220}"/>
              </a:ext>
            </a:extLst>
          </p:cNvPr>
          <p:cNvSpPr txBox="1"/>
          <p:nvPr/>
        </p:nvSpPr>
        <p:spPr>
          <a:xfrm>
            <a:off x="3614224" y="5627375"/>
            <a:ext cx="6944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鹿児島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B1C8501-48EE-CC78-3B32-2657BBB47D4C}"/>
              </a:ext>
            </a:extLst>
          </p:cNvPr>
          <p:cNvCxnSpPr>
            <a:cxnSpLocks/>
          </p:cNvCxnSpPr>
          <p:nvPr/>
        </p:nvCxnSpPr>
        <p:spPr>
          <a:xfrm flipV="1">
            <a:off x="4153011" y="5481181"/>
            <a:ext cx="326973" cy="220089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45F9A7-A189-1B17-8A52-D4E84D04A5DC}"/>
              </a:ext>
            </a:extLst>
          </p:cNvPr>
          <p:cNvSpPr txBox="1"/>
          <p:nvPr/>
        </p:nvSpPr>
        <p:spPr>
          <a:xfrm>
            <a:off x="4308645" y="5330629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7318870-0837-2736-D483-E7FAD8517C68}"/>
              </a:ext>
            </a:extLst>
          </p:cNvPr>
          <p:cNvSpPr txBox="1"/>
          <p:nvPr/>
        </p:nvSpPr>
        <p:spPr>
          <a:xfrm>
            <a:off x="8385787" y="3282806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栃木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29E9E49C-4D80-5C5F-A043-06568134227B}"/>
              </a:ext>
            </a:extLst>
          </p:cNvPr>
          <p:cNvCxnSpPr>
            <a:cxnSpLocks/>
            <a:endCxn id="68" idx="1"/>
          </p:cNvCxnSpPr>
          <p:nvPr/>
        </p:nvCxnSpPr>
        <p:spPr>
          <a:xfrm flipV="1">
            <a:off x="7621275" y="3429000"/>
            <a:ext cx="764512" cy="79388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F0B1B3A-08E2-998A-35F2-B6AE49C98CBB}"/>
              </a:ext>
            </a:extLst>
          </p:cNvPr>
          <p:cNvSpPr txBox="1"/>
          <p:nvPr/>
        </p:nvSpPr>
        <p:spPr>
          <a:xfrm>
            <a:off x="7406198" y="3382160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B6CD686-91E7-17B4-73ED-5B02956C0E0D}"/>
              </a:ext>
            </a:extLst>
          </p:cNvPr>
          <p:cNvSpPr txBox="1"/>
          <p:nvPr/>
        </p:nvSpPr>
        <p:spPr>
          <a:xfrm>
            <a:off x="8221400" y="3631330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茨城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9B60F10B-D0FB-AE8F-60F7-C0DA249A6543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7596956" y="3777524"/>
            <a:ext cx="624444" cy="55792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4B1CF631-6731-5CBF-906D-F43B06396CB9}"/>
              </a:ext>
            </a:extLst>
          </p:cNvPr>
          <p:cNvSpPr txBox="1"/>
          <p:nvPr/>
        </p:nvSpPr>
        <p:spPr>
          <a:xfrm>
            <a:off x="7406198" y="3688280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ADC73280-232E-BF97-B737-63FC9DE0AAA9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7424827" y="4187618"/>
            <a:ext cx="112278" cy="195877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7D89E9ED-A7B7-4C16-5E4A-D6053D37024E}"/>
              </a:ext>
            </a:extLst>
          </p:cNvPr>
          <p:cNvSpPr txBox="1"/>
          <p:nvPr/>
        </p:nvSpPr>
        <p:spPr>
          <a:xfrm>
            <a:off x="7651317" y="4783012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山梨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9C83FFD1-A37A-2D46-5364-D64FFEE6BBC8}"/>
              </a:ext>
            </a:extLst>
          </p:cNvPr>
          <p:cNvSpPr txBox="1"/>
          <p:nvPr/>
        </p:nvSpPr>
        <p:spPr>
          <a:xfrm>
            <a:off x="6907245" y="3937572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D16DFAB1-246F-24C3-8348-9F47DBBA3257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7075945" y="4147892"/>
            <a:ext cx="575372" cy="781314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4B2A6CB1-65C0-3C20-AD3E-9916F83F6F47}"/>
              </a:ext>
            </a:extLst>
          </p:cNvPr>
          <p:cNvSpPr txBox="1"/>
          <p:nvPr/>
        </p:nvSpPr>
        <p:spPr>
          <a:xfrm>
            <a:off x="5196614" y="3338942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30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福井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1D5BFEB5-3806-548D-65B2-4B81C18FF856}"/>
              </a:ext>
            </a:extLst>
          </p:cNvPr>
          <p:cNvCxnSpPr>
            <a:cxnSpLocks/>
          </p:cNvCxnSpPr>
          <p:nvPr/>
        </p:nvCxnSpPr>
        <p:spPr>
          <a:xfrm>
            <a:off x="5674861" y="3558830"/>
            <a:ext cx="583957" cy="331783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7801CEAF-0812-1DF9-578E-040EB3B7D982}"/>
              </a:ext>
            </a:extLst>
          </p:cNvPr>
          <p:cNvSpPr txBox="1"/>
          <p:nvPr/>
        </p:nvSpPr>
        <p:spPr>
          <a:xfrm>
            <a:off x="6097502" y="3741073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15CEBF23-48AF-A250-2657-F6831A417307}"/>
              </a:ext>
            </a:extLst>
          </p:cNvPr>
          <p:cNvSpPr txBox="1"/>
          <p:nvPr/>
        </p:nvSpPr>
        <p:spPr>
          <a:xfrm>
            <a:off x="862452" y="2750387"/>
            <a:ext cx="41251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42</a:t>
            </a:r>
            <a:r>
              <a:rPr lang="ja-JP" altLang="en-US" sz="2400" b="1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地域支部</a:t>
            </a:r>
            <a:endParaRPr lang="en-US" altLang="ja-JP" sz="2400" b="1" dirty="0">
              <a:solidFill>
                <a:schemeClr val="bg2">
                  <a:lumMod val="1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r>
              <a:rPr lang="en-US" altLang="ja-JP" sz="2400" b="1" dirty="0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26</a:t>
            </a:r>
            <a:r>
              <a:rPr lang="ja-JP" altLang="en-US" sz="2400" b="1">
                <a:solidFill>
                  <a:schemeClr val="bg2">
                    <a:lumMod val="1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専門支部</a:t>
            </a:r>
          </a:p>
        </p:txBody>
      </p:sp>
    </p:spTree>
    <p:extLst>
      <p:ext uri="{BB962C8B-B14F-4D97-AF65-F5344CB8AC3E}">
        <p14:creationId xmlns:p14="http://schemas.microsoft.com/office/powerpoint/2010/main" val="252364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3F4E103-6F43-7CE6-6A82-06F6BFA6A706}"/>
              </a:ext>
            </a:extLst>
          </p:cNvPr>
          <p:cNvGrpSpPr/>
          <p:nvPr/>
        </p:nvGrpSpPr>
        <p:grpSpPr>
          <a:xfrm>
            <a:off x="1235347" y="-46453"/>
            <a:ext cx="10092068" cy="6950906"/>
            <a:chOff x="1227699" y="-46453"/>
            <a:chExt cx="10092068" cy="6950906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B1CB0761-B399-7CBC-7921-DD1B3DC50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227699" y="-46453"/>
              <a:ext cx="10092068" cy="6950906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CF0C4C4B-3B1C-0588-0DD1-0C8014920F12}"/>
                </a:ext>
              </a:extLst>
            </p:cNvPr>
            <p:cNvSpPr txBox="1"/>
            <p:nvPr/>
          </p:nvSpPr>
          <p:spPr>
            <a:xfrm>
              <a:off x="6922191" y="986839"/>
              <a:ext cx="81624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Sapporo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130F4D3-7219-7DE7-85E5-0BC9FDADFF74}"/>
                </a:ext>
              </a:extLst>
            </p:cNvPr>
            <p:cNvSpPr txBox="1"/>
            <p:nvPr/>
          </p:nvSpPr>
          <p:spPr>
            <a:xfrm>
              <a:off x="7703193" y="1680930"/>
              <a:ext cx="89960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Hakodate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E072F01-E5DB-C445-3394-95A7FA0FE5AE}"/>
                </a:ext>
              </a:extLst>
            </p:cNvPr>
            <p:cNvSpPr txBox="1"/>
            <p:nvPr/>
          </p:nvSpPr>
          <p:spPr>
            <a:xfrm>
              <a:off x="7903869" y="2040191"/>
              <a:ext cx="71365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Aomori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7FB1879-4E36-DC5C-53DD-E4217E3D7E89}"/>
                </a:ext>
              </a:extLst>
            </p:cNvPr>
            <p:cNvSpPr txBox="1"/>
            <p:nvPr/>
          </p:nvSpPr>
          <p:spPr>
            <a:xfrm>
              <a:off x="6905084" y="2433517"/>
              <a:ext cx="55496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Akita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518DBAB-5982-00F1-DF0A-C776742FC33C}"/>
                </a:ext>
              </a:extLst>
            </p:cNvPr>
            <p:cNvSpPr txBox="1"/>
            <p:nvPr/>
          </p:nvSpPr>
          <p:spPr>
            <a:xfrm>
              <a:off x="7903869" y="2943517"/>
              <a:ext cx="70403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Sendai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C937A19-D752-6116-94B8-44A6637AE8C8}"/>
                </a:ext>
              </a:extLst>
            </p:cNvPr>
            <p:cNvSpPr txBox="1"/>
            <p:nvPr/>
          </p:nvSpPr>
          <p:spPr>
            <a:xfrm>
              <a:off x="7843819" y="3168829"/>
              <a:ext cx="5084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Aizu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97020B5-446D-283A-F472-02F7E05DB396}"/>
                </a:ext>
              </a:extLst>
            </p:cNvPr>
            <p:cNvSpPr txBox="1"/>
            <p:nvPr/>
          </p:nvSpPr>
          <p:spPr>
            <a:xfrm>
              <a:off x="8114128" y="3447728"/>
              <a:ext cx="73289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Gunma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042D6600-0A15-34EC-0345-241EF0627B77}"/>
                </a:ext>
              </a:extLst>
            </p:cNvPr>
            <p:cNvSpPr txBox="1"/>
            <p:nvPr/>
          </p:nvSpPr>
          <p:spPr>
            <a:xfrm>
              <a:off x="8287956" y="3852090"/>
              <a:ext cx="9076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1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Sai no Kuni</a:t>
              </a:r>
            </a:p>
            <a:p>
              <a:r>
                <a:rPr lang="en" altLang="ja-JP" sz="11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Saitama</a:t>
              </a:r>
              <a:endParaRPr kumimoji="1" lang="ja-JP" altLang="en-US" sz="11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B8E16EC-F803-269F-D2EF-D70738EC2298}"/>
                </a:ext>
              </a:extLst>
            </p:cNvPr>
            <p:cNvSpPr txBox="1"/>
            <p:nvPr/>
          </p:nvSpPr>
          <p:spPr>
            <a:xfrm>
              <a:off x="7779697" y="4083200"/>
              <a:ext cx="62068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Chiba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4875951-2DC9-4B08-55E2-D42A5EE4822F}"/>
                </a:ext>
              </a:extLst>
            </p:cNvPr>
            <p:cNvSpPr txBox="1"/>
            <p:nvPr/>
          </p:nvSpPr>
          <p:spPr>
            <a:xfrm>
              <a:off x="7635205" y="4334848"/>
              <a:ext cx="62145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Tokyo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E5DEAB5-F181-C231-7D32-B86F468AA964}"/>
                </a:ext>
              </a:extLst>
            </p:cNvPr>
            <p:cNvSpPr txBox="1"/>
            <p:nvPr/>
          </p:nvSpPr>
          <p:spPr>
            <a:xfrm>
              <a:off x="7207972" y="5151033"/>
              <a:ext cx="58381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Iwata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698CDEBE-7A6E-8DB0-A887-51C78E39E283}"/>
                </a:ext>
              </a:extLst>
            </p:cNvPr>
            <p:cNvSpPr txBox="1"/>
            <p:nvPr/>
          </p:nvSpPr>
          <p:spPr>
            <a:xfrm>
              <a:off x="7063544" y="5371696"/>
              <a:ext cx="108555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Hamamatsu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36056F6-2930-E018-5C30-AE70F8FFD17A}"/>
                </a:ext>
              </a:extLst>
            </p:cNvPr>
            <p:cNvSpPr txBox="1"/>
            <p:nvPr/>
          </p:nvSpPr>
          <p:spPr>
            <a:xfrm>
              <a:off x="6239479" y="5066647"/>
              <a:ext cx="7601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Nagoya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B2C7476-B146-B5AF-FF3E-EE893505547D}"/>
                </a:ext>
              </a:extLst>
            </p:cNvPr>
            <p:cNvSpPr txBox="1"/>
            <p:nvPr/>
          </p:nvSpPr>
          <p:spPr>
            <a:xfrm>
              <a:off x="5851480" y="4855737"/>
              <a:ext cx="66717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Osaka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F607D00-17DB-F808-B5DC-81647910FD29}"/>
                </a:ext>
              </a:extLst>
            </p:cNvPr>
            <p:cNvSpPr txBox="1"/>
            <p:nvPr/>
          </p:nvSpPr>
          <p:spPr>
            <a:xfrm>
              <a:off x="5752996" y="5277557"/>
              <a:ext cx="98373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Tokushima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438E33D3-9AAC-EDD7-F3C5-A304B28EC57D}"/>
                </a:ext>
              </a:extLst>
            </p:cNvPr>
            <p:cNvSpPr txBox="1"/>
            <p:nvPr/>
          </p:nvSpPr>
          <p:spPr>
            <a:xfrm>
              <a:off x="5765998" y="5514228"/>
              <a:ext cx="78739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Kagawa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991D7A8-9C07-67C0-3BA3-8ADC1F70D364}"/>
                </a:ext>
              </a:extLst>
            </p:cNvPr>
            <p:cNvSpPr txBox="1"/>
            <p:nvPr/>
          </p:nvSpPr>
          <p:spPr>
            <a:xfrm>
              <a:off x="5385889" y="5721056"/>
              <a:ext cx="60144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Kochi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EC0BBB67-DC52-AE8F-5DC7-7C1394B3F6B6}"/>
                </a:ext>
              </a:extLst>
            </p:cNvPr>
            <p:cNvSpPr txBox="1"/>
            <p:nvPr/>
          </p:nvSpPr>
          <p:spPr>
            <a:xfrm>
              <a:off x="3795214" y="6356143"/>
              <a:ext cx="83388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Okinawa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B264A49A-4860-6D22-E8D9-8EF80357B3A0}"/>
                </a:ext>
              </a:extLst>
            </p:cNvPr>
            <p:cNvSpPr txBox="1"/>
            <p:nvPr/>
          </p:nvSpPr>
          <p:spPr>
            <a:xfrm>
              <a:off x="3207603" y="5310858"/>
              <a:ext cx="99257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Kumamoto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5F0C1686-EB4D-B0AA-2170-3D4B0B1CB4C0}"/>
                </a:ext>
              </a:extLst>
            </p:cNvPr>
            <p:cNvSpPr txBox="1"/>
            <p:nvPr/>
          </p:nvSpPr>
          <p:spPr>
            <a:xfrm>
              <a:off x="3165394" y="5077725"/>
              <a:ext cx="88036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Nagasaki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9661D8E3-FADA-728D-20FE-7BB3A58C72E0}"/>
                </a:ext>
              </a:extLst>
            </p:cNvPr>
            <p:cNvSpPr txBox="1"/>
            <p:nvPr/>
          </p:nvSpPr>
          <p:spPr>
            <a:xfrm>
              <a:off x="3094272" y="4698398"/>
              <a:ext cx="5741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Saga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3C8FA374-42A3-FBA4-572D-9FA22D34B50A}"/>
                </a:ext>
              </a:extLst>
            </p:cNvPr>
            <p:cNvSpPr txBox="1"/>
            <p:nvPr/>
          </p:nvSpPr>
          <p:spPr>
            <a:xfrm>
              <a:off x="3370545" y="4433694"/>
              <a:ext cx="82586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Fukuoka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5EB7EBF9-94EC-ADA2-AB6E-D0F609562A5B}"/>
                </a:ext>
              </a:extLst>
            </p:cNvPr>
            <p:cNvSpPr txBox="1"/>
            <p:nvPr/>
          </p:nvSpPr>
          <p:spPr>
            <a:xfrm>
              <a:off x="4780897" y="5113048"/>
              <a:ext cx="65755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Ehime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80D4C97-7C0A-E34B-7461-7E31BD1359A8}"/>
                </a:ext>
              </a:extLst>
            </p:cNvPr>
            <p:cNvSpPr txBox="1"/>
            <p:nvPr/>
          </p:nvSpPr>
          <p:spPr>
            <a:xfrm>
              <a:off x="4768808" y="5430964"/>
              <a:ext cx="49084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Oita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AFF3FCEE-38C3-8DB2-9B5A-8B26CDFD14E4}"/>
                </a:ext>
              </a:extLst>
            </p:cNvPr>
            <p:cNvSpPr txBox="1"/>
            <p:nvPr/>
          </p:nvSpPr>
          <p:spPr>
            <a:xfrm>
              <a:off x="3768118" y="3981678"/>
              <a:ext cx="93647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Hiroshima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62D296C5-0DCD-F426-17A1-0B7F4F8866A3}"/>
                </a:ext>
              </a:extLst>
            </p:cNvPr>
            <p:cNvSpPr txBox="1"/>
            <p:nvPr/>
          </p:nvSpPr>
          <p:spPr>
            <a:xfrm>
              <a:off x="4313295" y="3767358"/>
              <a:ext cx="8435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Shimane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49C8A118-40DA-DF09-3FBF-ECA7847014A5}"/>
                </a:ext>
              </a:extLst>
            </p:cNvPr>
            <p:cNvSpPr txBox="1"/>
            <p:nvPr/>
          </p:nvSpPr>
          <p:spPr>
            <a:xfrm>
              <a:off x="4340051" y="3553038"/>
              <a:ext cx="89960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Okayama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08710C19-474C-C486-44B4-5E055EBA92C1}"/>
                </a:ext>
              </a:extLst>
            </p:cNvPr>
            <p:cNvSpPr txBox="1"/>
            <p:nvPr/>
          </p:nvSpPr>
          <p:spPr>
            <a:xfrm>
              <a:off x="5174408" y="3646103"/>
              <a:ext cx="57419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Kobe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E24A762D-070B-BA29-834D-C4042F21CAC9}"/>
                </a:ext>
              </a:extLst>
            </p:cNvPr>
            <p:cNvSpPr txBox="1"/>
            <p:nvPr/>
          </p:nvSpPr>
          <p:spPr>
            <a:xfrm>
              <a:off x="5555303" y="3816343"/>
              <a:ext cx="61106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Kyoto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36BBDDB0-D406-36D0-2B26-CDBC624B8BA8}"/>
                </a:ext>
              </a:extLst>
            </p:cNvPr>
            <p:cNvSpPr txBox="1"/>
            <p:nvPr/>
          </p:nvSpPr>
          <p:spPr>
            <a:xfrm>
              <a:off x="4986682" y="3136956"/>
              <a:ext cx="96372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Kanazawa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E8EDCC4-14A8-FA20-9C09-195AE9BF2CDC}"/>
                </a:ext>
              </a:extLst>
            </p:cNvPr>
            <p:cNvSpPr txBox="1"/>
            <p:nvPr/>
          </p:nvSpPr>
          <p:spPr>
            <a:xfrm>
              <a:off x="5833757" y="3120860"/>
              <a:ext cx="7705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Toyama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E7BDE8A-6D7E-5121-7EDD-E22B5C61EBF4}"/>
                </a:ext>
              </a:extLst>
            </p:cNvPr>
            <p:cNvSpPr txBox="1"/>
            <p:nvPr/>
          </p:nvSpPr>
          <p:spPr>
            <a:xfrm>
              <a:off x="6609989" y="3238335"/>
              <a:ext cx="76976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Nagano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E8F5EFF-31D0-1D63-3B2E-0E32CCB1DE08}"/>
                </a:ext>
              </a:extLst>
            </p:cNvPr>
            <p:cNvSpPr txBox="1"/>
            <p:nvPr/>
          </p:nvSpPr>
          <p:spPr>
            <a:xfrm>
              <a:off x="6054230" y="2763614"/>
              <a:ext cx="70403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Niigata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1844D774-08CA-80C4-BE8A-4E2F25B79334}"/>
                </a:ext>
              </a:extLst>
            </p:cNvPr>
            <p:cNvSpPr txBox="1"/>
            <p:nvPr/>
          </p:nvSpPr>
          <p:spPr>
            <a:xfrm>
              <a:off x="6637461" y="2694176"/>
              <a:ext cx="93371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Yamagata</a:t>
              </a:r>
              <a:endParaRPr kumimoji="1" lang="ja-JP" altLang="en-US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6D37C682-1DB3-B4D3-4264-69D7E523C622}"/>
                </a:ext>
              </a:extLst>
            </p:cNvPr>
            <p:cNvSpPr txBox="1"/>
            <p:nvPr/>
          </p:nvSpPr>
          <p:spPr>
            <a:xfrm>
              <a:off x="7727601" y="1276446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DDB57DC5-4CAC-FC7A-E7B9-DEB91073E565}"/>
                </a:ext>
              </a:extLst>
            </p:cNvPr>
            <p:cNvSpPr txBox="1"/>
            <p:nvPr/>
          </p:nvSpPr>
          <p:spPr>
            <a:xfrm>
              <a:off x="7460044" y="1679709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D7B58FC3-3186-C8EA-5397-766AE5D677BC}"/>
                </a:ext>
              </a:extLst>
            </p:cNvPr>
            <p:cNvCxnSpPr/>
            <p:nvPr/>
          </p:nvCxnSpPr>
          <p:spPr>
            <a:xfrm>
              <a:off x="7341079" y="1275225"/>
              <a:ext cx="502739" cy="112096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31332F69-A8B0-2D09-88D8-4D33B074FD0A}"/>
                </a:ext>
              </a:extLst>
            </p:cNvPr>
            <p:cNvSpPr txBox="1"/>
            <p:nvPr/>
          </p:nvSpPr>
          <p:spPr>
            <a:xfrm>
              <a:off x="7594553" y="2149218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CE96AA90-98F7-8A36-D574-071B37104DC0}"/>
                </a:ext>
              </a:extLst>
            </p:cNvPr>
            <p:cNvSpPr txBox="1"/>
            <p:nvPr/>
          </p:nvSpPr>
          <p:spPr>
            <a:xfrm>
              <a:off x="7339922" y="2546038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BDAF10AA-E220-10E9-68B6-3F670B6CB407}"/>
                </a:ext>
              </a:extLst>
            </p:cNvPr>
            <p:cNvSpPr txBox="1"/>
            <p:nvPr/>
          </p:nvSpPr>
          <p:spPr>
            <a:xfrm>
              <a:off x="7619222" y="2951319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6F300DC5-AF70-481C-7B0F-332D416A3235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54" y="3938498"/>
              <a:ext cx="914782" cy="104156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B264FC2C-8C2B-5B5F-A325-9608A25396EF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555134" y="4171701"/>
              <a:ext cx="224563" cy="57693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FCE055DA-C74B-ADEF-B40B-1F5CEF6B0CE8}"/>
                </a:ext>
              </a:extLst>
            </p:cNvPr>
            <p:cNvSpPr txBox="1"/>
            <p:nvPr/>
          </p:nvSpPr>
          <p:spPr>
            <a:xfrm>
              <a:off x="7338077" y="4006172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4F7C7AF2-A457-C62D-C968-7F978B163A38}"/>
                </a:ext>
              </a:extLst>
            </p:cNvPr>
            <p:cNvSpPr txBox="1"/>
            <p:nvPr/>
          </p:nvSpPr>
          <p:spPr>
            <a:xfrm>
              <a:off x="7188508" y="395884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F09C576A-D418-425E-F5B0-41FDB52105F4}"/>
                </a:ext>
              </a:extLst>
            </p:cNvPr>
            <p:cNvSpPr txBox="1"/>
            <p:nvPr/>
          </p:nvSpPr>
          <p:spPr>
            <a:xfrm>
              <a:off x="7073449" y="4041424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106D2403-9AEC-1745-DA96-6EDE498566A6}"/>
                </a:ext>
              </a:extLst>
            </p:cNvPr>
            <p:cNvCxnSpPr>
              <a:cxnSpLocks/>
            </p:cNvCxnSpPr>
            <p:nvPr/>
          </p:nvCxnSpPr>
          <p:spPr>
            <a:xfrm>
              <a:off x="7375164" y="4150126"/>
              <a:ext cx="235791" cy="352753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51AB565C-3643-1F5F-059C-5B51581EF202}"/>
                </a:ext>
              </a:extLst>
            </p:cNvPr>
            <p:cNvCxnSpPr>
              <a:cxnSpLocks/>
            </p:cNvCxnSpPr>
            <p:nvPr/>
          </p:nvCxnSpPr>
          <p:spPr>
            <a:xfrm>
              <a:off x="6493333" y="4375588"/>
              <a:ext cx="19636" cy="757758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23B72C35-66B1-B121-A912-40FD28F1571A}"/>
                </a:ext>
              </a:extLst>
            </p:cNvPr>
            <p:cNvSpPr txBox="1"/>
            <p:nvPr/>
          </p:nvSpPr>
          <p:spPr>
            <a:xfrm>
              <a:off x="6320475" y="4197521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D8BA2699-CF2B-F060-9A25-7E1366DF358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05" y="4466161"/>
              <a:ext cx="524801" cy="818609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A94BE3FB-3F77-78AC-A75B-24FCC5D2014D}"/>
                </a:ext>
              </a:extLst>
            </p:cNvPr>
            <p:cNvCxnSpPr>
              <a:cxnSpLocks/>
            </p:cNvCxnSpPr>
            <p:nvPr/>
          </p:nvCxnSpPr>
          <p:spPr>
            <a:xfrm>
              <a:off x="6601913" y="4531053"/>
              <a:ext cx="557712" cy="898197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72B6161B-2EC3-F3A3-4B1D-715A727E050F}"/>
                </a:ext>
              </a:extLst>
            </p:cNvPr>
            <p:cNvCxnSpPr>
              <a:cxnSpLocks/>
            </p:cNvCxnSpPr>
            <p:nvPr/>
          </p:nvCxnSpPr>
          <p:spPr>
            <a:xfrm>
              <a:off x="5889581" y="4076449"/>
              <a:ext cx="100285" cy="222466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0CD3EF9D-5F7E-40A4-4073-D29F84CF0CB2}"/>
                </a:ext>
              </a:extLst>
            </p:cNvPr>
            <p:cNvCxnSpPr>
              <a:cxnSpLocks/>
            </p:cNvCxnSpPr>
            <p:nvPr/>
          </p:nvCxnSpPr>
          <p:spPr>
            <a:xfrm>
              <a:off x="5991019" y="4480062"/>
              <a:ext cx="100285" cy="456122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B233398B-0F8A-0591-7FD0-CBAE7F6A2E34}"/>
                </a:ext>
              </a:extLst>
            </p:cNvPr>
            <p:cNvSpPr txBox="1"/>
            <p:nvPr/>
          </p:nvSpPr>
          <p:spPr>
            <a:xfrm>
              <a:off x="5839629" y="4188654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テキスト ボックス 95">
              <a:extLst>
                <a:ext uri="{FF2B5EF4-FFF2-40B4-BE49-F238E27FC236}">
                  <a16:creationId xmlns:a16="http://schemas.microsoft.com/office/drawing/2014/main" id="{120CD60F-8642-AA3E-CC6E-A75521F51766}"/>
                </a:ext>
              </a:extLst>
            </p:cNvPr>
            <p:cNvSpPr txBox="1"/>
            <p:nvPr/>
          </p:nvSpPr>
          <p:spPr>
            <a:xfrm>
              <a:off x="5811035" y="430063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EBDA2C2A-1977-9CE2-6EBC-BD89CE4C6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1873" y="4795734"/>
              <a:ext cx="90404" cy="359195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61FD02DF-8AA0-3A02-97F1-92C72C1AE449}"/>
                </a:ext>
              </a:extLst>
            </p:cNvPr>
            <p:cNvCxnSpPr>
              <a:cxnSpLocks/>
            </p:cNvCxnSpPr>
            <p:nvPr/>
          </p:nvCxnSpPr>
          <p:spPr>
            <a:xfrm>
              <a:off x="5304850" y="4963716"/>
              <a:ext cx="267791" cy="842900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0DA3324C-AA8C-DF26-F506-184422070B12}"/>
                </a:ext>
              </a:extLst>
            </p:cNvPr>
            <p:cNvCxnSpPr>
              <a:cxnSpLocks/>
            </p:cNvCxnSpPr>
            <p:nvPr/>
          </p:nvCxnSpPr>
          <p:spPr>
            <a:xfrm>
              <a:off x="5638720" y="4795627"/>
              <a:ext cx="200909" cy="524952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276E30A4-5A52-A3BB-F3EC-6C1CC86F8098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5479187" y="4621053"/>
              <a:ext cx="286811" cy="1039369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E62FA8FC-82A0-C861-5254-4B7D0674A5DD}"/>
                </a:ext>
              </a:extLst>
            </p:cNvPr>
            <p:cNvSpPr txBox="1"/>
            <p:nvPr/>
          </p:nvSpPr>
          <p:spPr>
            <a:xfrm>
              <a:off x="5466189" y="4657737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E53006A4-86C9-4F3B-A7FD-283E6383A17E}"/>
                </a:ext>
              </a:extLst>
            </p:cNvPr>
            <p:cNvSpPr txBox="1"/>
            <p:nvPr/>
          </p:nvSpPr>
          <p:spPr>
            <a:xfrm>
              <a:off x="5313247" y="447918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EC3B545D-DD95-4A0C-9B3A-90A10CA532CA}"/>
                </a:ext>
              </a:extLst>
            </p:cNvPr>
            <p:cNvSpPr txBox="1"/>
            <p:nvPr/>
          </p:nvSpPr>
          <p:spPr>
            <a:xfrm>
              <a:off x="5110014" y="4803342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BCB3B86D-FB85-06BA-AA07-BB583B01E646}"/>
                </a:ext>
              </a:extLst>
            </p:cNvPr>
            <p:cNvSpPr txBox="1"/>
            <p:nvPr/>
          </p:nvSpPr>
          <p:spPr>
            <a:xfrm>
              <a:off x="4894029" y="4651234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24B2820C-481D-972C-9302-18C9DAF34162}"/>
                </a:ext>
              </a:extLst>
            </p:cNvPr>
            <p:cNvCxnSpPr>
              <a:cxnSpLocks/>
            </p:cNvCxnSpPr>
            <p:nvPr/>
          </p:nvCxnSpPr>
          <p:spPr>
            <a:xfrm>
              <a:off x="5461392" y="3888952"/>
              <a:ext cx="324723" cy="522382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64E1DC6F-4962-ED72-A9E7-5893892DFFBB}"/>
                </a:ext>
              </a:extLst>
            </p:cNvPr>
            <p:cNvSpPr txBox="1"/>
            <p:nvPr/>
          </p:nvSpPr>
          <p:spPr>
            <a:xfrm>
              <a:off x="5639690" y="428768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69319FC8-461D-805C-8B71-00E4E7B81898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96" y="4026004"/>
              <a:ext cx="199245" cy="294398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26254479-4E76-F81E-5578-278DE219A203}"/>
                </a:ext>
              </a:extLst>
            </p:cNvPr>
            <p:cNvSpPr txBox="1"/>
            <p:nvPr/>
          </p:nvSpPr>
          <p:spPr>
            <a:xfrm>
              <a:off x="4806184" y="4175710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E6614D91-A25D-B929-3CCF-FB39CB54449D}"/>
                </a:ext>
              </a:extLst>
            </p:cNvPr>
            <p:cNvCxnSpPr>
              <a:cxnSpLocks/>
            </p:cNvCxnSpPr>
            <p:nvPr/>
          </p:nvCxnSpPr>
          <p:spPr>
            <a:xfrm>
              <a:off x="4555014" y="4235009"/>
              <a:ext cx="493573" cy="324652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8BBEA9D8-90E4-1643-5E9D-D1AA615BD5A4}"/>
                </a:ext>
              </a:extLst>
            </p:cNvPr>
            <p:cNvSpPr txBox="1"/>
            <p:nvPr/>
          </p:nvSpPr>
          <p:spPr>
            <a:xfrm>
              <a:off x="4877651" y="4413467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36AA7369-DD9F-799C-58C7-DFB62F87A3C8}"/>
                </a:ext>
              </a:extLst>
            </p:cNvPr>
            <p:cNvCxnSpPr>
              <a:cxnSpLocks/>
            </p:cNvCxnSpPr>
            <p:nvPr/>
          </p:nvCxnSpPr>
          <p:spPr>
            <a:xfrm>
              <a:off x="4088856" y="4679234"/>
              <a:ext cx="355794" cy="150105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3432DA87-6E71-FB86-8767-4C24EAFB8C8F}"/>
                </a:ext>
              </a:extLst>
            </p:cNvPr>
            <p:cNvCxnSpPr>
              <a:cxnSpLocks/>
            </p:cNvCxnSpPr>
            <p:nvPr/>
          </p:nvCxnSpPr>
          <p:spPr>
            <a:xfrm>
              <a:off x="3619757" y="4854131"/>
              <a:ext cx="685565" cy="77849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5ECABC28-F69B-1335-1499-2B41022AF574}"/>
                </a:ext>
              </a:extLst>
            </p:cNvPr>
            <p:cNvSpPr txBox="1"/>
            <p:nvPr/>
          </p:nvSpPr>
          <p:spPr>
            <a:xfrm>
              <a:off x="4149980" y="4786928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7FA4F729-6C1E-1BDC-1976-09462A5D2E15}"/>
                </a:ext>
              </a:extLst>
            </p:cNvPr>
            <p:cNvSpPr txBox="1"/>
            <p:nvPr/>
          </p:nvSpPr>
          <p:spPr>
            <a:xfrm>
              <a:off x="4270679" y="4694216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05F822D0-4879-BCCB-E20F-0F6B648250BA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4045763" y="5089259"/>
              <a:ext cx="183991" cy="134660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C849687D-0E5B-AB3B-6EF1-EE2A6165DE6B}"/>
                </a:ext>
              </a:extLst>
            </p:cNvPr>
            <p:cNvSpPr txBox="1"/>
            <p:nvPr/>
          </p:nvSpPr>
          <p:spPr>
            <a:xfrm>
              <a:off x="4063958" y="493865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4" name="直線コネクタ 133">
              <a:extLst>
                <a:ext uri="{FF2B5EF4-FFF2-40B4-BE49-F238E27FC236}">
                  <a16:creationId xmlns:a16="http://schemas.microsoft.com/office/drawing/2014/main" id="{0F341694-E5A3-7D9A-CED2-AA9CF6726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9466" y="5219737"/>
              <a:ext cx="326973" cy="220089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B4046636-1A82-FBDE-6C78-D6EE676A6380}"/>
                </a:ext>
              </a:extLst>
            </p:cNvPr>
            <p:cNvSpPr txBox="1"/>
            <p:nvPr/>
          </p:nvSpPr>
          <p:spPr>
            <a:xfrm>
              <a:off x="4275100" y="506918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ECD5ECBD-AD3F-E26E-7C13-3612E5DAA5F4}"/>
                </a:ext>
              </a:extLst>
            </p:cNvPr>
            <p:cNvCxnSpPr>
              <a:cxnSpLocks/>
            </p:cNvCxnSpPr>
            <p:nvPr/>
          </p:nvCxnSpPr>
          <p:spPr>
            <a:xfrm>
              <a:off x="5784047" y="3423298"/>
              <a:ext cx="583957" cy="331783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2905AA51-AFDF-4F1B-66EC-B0FC3FC66A9E}"/>
                </a:ext>
              </a:extLst>
            </p:cNvPr>
            <p:cNvSpPr txBox="1"/>
            <p:nvPr/>
          </p:nvSpPr>
          <p:spPr>
            <a:xfrm>
              <a:off x="6206688" y="3605541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1" name="直線コネクタ 140">
              <a:extLst>
                <a:ext uri="{FF2B5EF4-FFF2-40B4-BE49-F238E27FC236}">
                  <a16:creationId xmlns:a16="http://schemas.microsoft.com/office/drawing/2014/main" id="{BE3A9C47-E078-D437-6680-B5E510C42E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126" y="3481662"/>
              <a:ext cx="233196" cy="460364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FE4C924D-5C35-19B7-FE05-6883218713FB}"/>
                </a:ext>
              </a:extLst>
            </p:cNvPr>
            <p:cNvCxnSpPr>
              <a:cxnSpLocks/>
            </p:cNvCxnSpPr>
            <p:nvPr/>
          </p:nvCxnSpPr>
          <p:spPr>
            <a:xfrm>
              <a:off x="6611646" y="3009455"/>
              <a:ext cx="673666" cy="214962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1A8DFA1B-189D-82B5-A760-3892C69C7EC2}"/>
                </a:ext>
              </a:extLst>
            </p:cNvPr>
            <p:cNvSpPr txBox="1"/>
            <p:nvPr/>
          </p:nvSpPr>
          <p:spPr>
            <a:xfrm>
              <a:off x="7081748" y="308274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5" name="直線コネクタ 144">
              <a:extLst>
                <a:ext uri="{FF2B5EF4-FFF2-40B4-BE49-F238E27FC236}">
                  <a16:creationId xmlns:a16="http://schemas.microsoft.com/office/drawing/2014/main" id="{AC8F2985-9FEE-688D-3062-E84A4BADB621}"/>
                </a:ext>
              </a:extLst>
            </p:cNvPr>
            <p:cNvCxnSpPr>
              <a:cxnSpLocks/>
            </p:cNvCxnSpPr>
            <p:nvPr/>
          </p:nvCxnSpPr>
          <p:spPr>
            <a:xfrm>
              <a:off x="7260906" y="2928051"/>
              <a:ext cx="182557" cy="137995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AEDF5E6F-C577-3631-7DCB-F7AD1AE467EB}"/>
                </a:ext>
              </a:extLst>
            </p:cNvPr>
            <p:cNvSpPr txBox="1"/>
            <p:nvPr/>
          </p:nvSpPr>
          <p:spPr>
            <a:xfrm>
              <a:off x="7260906" y="295038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165A53AB-1B10-091C-C36E-2EC38754764A}"/>
                </a:ext>
              </a:extLst>
            </p:cNvPr>
            <p:cNvSpPr txBox="1"/>
            <p:nvPr/>
          </p:nvSpPr>
          <p:spPr>
            <a:xfrm>
              <a:off x="3571185" y="637784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0A691ECE-4136-DD67-01F2-A919D95EDEAE}"/>
                </a:ext>
              </a:extLst>
            </p:cNvPr>
            <p:cNvSpPr txBox="1"/>
            <p:nvPr/>
          </p:nvSpPr>
          <p:spPr>
            <a:xfrm>
              <a:off x="6599108" y="3774680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4" name="直線コネクタ 153">
              <a:extLst>
                <a:ext uri="{FF2B5EF4-FFF2-40B4-BE49-F238E27FC236}">
                  <a16:creationId xmlns:a16="http://schemas.microsoft.com/office/drawing/2014/main" id="{6E64355A-0F86-63B9-A121-3103A0DE5778}"/>
                </a:ext>
              </a:extLst>
            </p:cNvPr>
            <p:cNvCxnSpPr>
              <a:cxnSpLocks/>
              <a:stCxn id="79" idx="2"/>
              <a:endCxn id="9" idx="1"/>
            </p:cNvCxnSpPr>
            <p:nvPr/>
          </p:nvCxnSpPr>
          <p:spPr>
            <a:xfrm flipV="1">
              <a:off x="7453261" y="3593922"/>
              <a:ext cx="660867" cy="95233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913C8C33-E940-4BB1-4778-B169409934DF}"/>
                </a:ext>
              </a:extLst>
            </p:cNvPr>
            <p:cNvSpPr txBox="1"/>
            <p:nvPr/>
          </p:nvSpPr>
          <p:spPr>
            <a:xfrm>
              <a:off x="7135194" y="350352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38B5356F-2FA2-A45E-30C9-E7AB135742BE}"/>
                </a:ext>
              </a:extLst>
            </p:cNvPr>
            <p:cNvCxnSpPr>
              <a:cxnSpLocks/>
            </p:cNvCxnSpPr>
            <p:nvPr/>
          </p:nvCxnSpPr>
          <p:spPr>
            <a:xfrm>
              <a:off x="6304901" y="3401753"/>
              <a:ext cx="475224" cy="270255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テキスト ボックス 150">
              <a:extLst>
                <a:ext uri="{FF2B5EF4-FFF2-40B4-BE49-F238E27FC236}">
                  <a16:creationId xmlns:a16="http://schemas.microsoft.com/office/drawing/2014/main" id="{8B51A572-B0D9-255A-3AFA-855F8C78CBD2}"/>
                </a:ext>
              </a:extLst>
            </p:cNvPr>
            <p:cNvSpPr txBox="1"/>
            <p:nvPr/>
          </p:nvSpPr>
          <p:spPr>
            <a:xfrm>
              <a:off x="6610304" y="3538122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5E14A1FA-2E64-F51A-7CBE-60E26E16A7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189" y="3312930"/>
              <a:ext cx="368541" cy="24380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541261F2-655E-C877-0BFE-31A022A32C71}"/>
                </a:ext>
              </a:extLst>
            </p:cNvPr>
            <p:cNvSpPr txBox="1"/>
            <p:nvPr/>
          </p:nvSpPr>
          <p:spPr>
            <a:xfrm>
              <a:off x="7354431" y="3192274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B8BBC662-9CE3-4B1B-504A-90F9BC4D09F3}"/>
                </a:ext>
              </a:extLst>
            </p:cNvPr>
            <p:cNvSpPr txBox="1"/>
            <p:nvPr/>
          </p:nvSpPr>
          <p:spPr>
            <a:xfrm>
              <a:off x="6421379" y="4356685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F17ACD31-9D74-A320-2AE2-9BA583A04628}"/>
                </a:ext>
              </a:extLst>
            </p:cNvPr>
            <p:cNvSpPr txBox="1"/>
            <p:nvPr/>
          </p:nvSpPr>
          <p:spPr>
            <a:xfrm>
              <a:off x="6555319" y="4295997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D6BAD8D3-EFE4-E82E-1632-CA882D0A2525}"/>
                </a:ext>
              </a:extLst>
            </p:cNvPr>
            <p:cNvCxnSpPr>
              <a:cxnSpLocks/>
            </p:cNvCxnSpPr>
            <p:nvPr/>
          </p:nvCxnSpPr>
          <p:spPr>
            <a:xfrm>
              <a:off x="5057173" y="3801903"/>
              <a:ext cx="417925" cy="630856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テキスト ボックス 166">
              <a:extLst>
                <a:ext uri="{FF2B5EF4-FFF2-40B4-BE49-F238E27FC236}">
                  <a16:creationId xmlns:a16="http://schemas.microsoft.com/office/drawing/2014/main" id="{FFBF3B3D-B5EE-782B-0377-1C9F0353C590}"/>
                </a:ext>
              </a:extLst>
            </p:cNvPr>
            <p:cNvSpPr txBox="1"/>
            <p:nvPr/>
          </p:nvSpPr>
          <p:spPr>
            <a:xfrm>
              <a:off x="5345426" y="4298889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6CCC0F85-0F18-2925-7430-5CED3851DEA9}"/>
                </a:ext>
              </a:extLst>
            </p:cNvPr>
            <p:cNvCxnSpPr>
              <a:cxnSpLocks/>
            </p:cNvCxnSpPr>
            <p:nvPr/>
          </p:nvCxnSpPr>
          <p:spPr>
            <a:xfrm>
              <a:off x="4783721" y="5036139"/>
              <a:ext cx="93360" cy="420913"/>
            </a:xfrm>
            <a:prstGeom prst="line">
              <a:avLst/>
            </a:prstGeom>
            <a:ln w="127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F6DD36DA-769A-5CB1-B8EC-A0057CE94095}"/>
                </a:ext>
              </a:extLst>
            </p:cNvPr>
            <p:cNvSpPr txBox="1"/>
            <p:nvPr/>
          </p:nvSpPr>
          <p:spPr>
            <a:xfrm>
              <a:off x="4605576" y="4885113"/>
              <a:ext cx="351378" cy="2923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" altLang="ja-JP" sz="1300" dirty="0">
                  <a:solidFill>
                    <a:srgbClr val="F8B6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★</a:t>
              </a:r>
              <a:endParaRPr kumimoji="1" lang="ja-JP" altLang="en-US" sz="130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8" name="図 167">
            <a:extLst>
              <a:ext uri="{FF2B5EF4-FFF2-40B4-BE49-F238E27FC236}">
                <a16:creationId xmlns:a16="http://schemas.microsoft.com/office/drawing/2014/main" id="{8C73A2B2-ABEF-7E98-5B83-61B29B3E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952" y="577094"/>
            <a:ext cx="2837455" cy="489779"/>
          </a:xfrm>
          <a:prstGeom prst="rect">
            <a:avLst/>
          </a:prstGeom>
        </p:spPr>
      </p:pic>
      <p:pic>
        <p:nvPicPr>
          <p:cNvPr id="169" name="図 168">
            <a:extLst>
              <a:ext uri="{FF2B5EF4-FFF2-40B4-BE49-F238E27FC236}">
                <a16:creationId xmlns:a16="http://schemas.microsoft.com/office/drawing/2014/main" id="{2FBF6E41-8C55-1BEA-0E1D-A5F7932E0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070" y="1240389"/>
            <a:ext cx="2796992" cy="21886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9E1843D-8D5D-EBB1-275F-97F6CCF586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5669" y="464293"/>
            <a:ext cx="1327240" cy="130310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ED312E-F3C6-EDA3-D835-3D9C73E048CB}"/>
              </a:ext>
            </a:extLst>
          </p:cNvPr>
          <p:cNvSpPr txBox="1"/>
          <p:nvPr/>
        </p:nvSpPr>
        <p:spPr>
          <a:xfrm>
            <a:off x="795669" y="1855261"/>
            <a:ext cx="5219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https://jaws-</a:t>
            </a:r>
            <a:r>
              <a:rPr lang="en-US" altLang="ja-JP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ug.jp</a:t>
            </a:r>
            <a:r>
              <a:rPr lang="en-US" altLang="ja-JP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 #</a:t>
            </a:r>
            <a:r>
              <a:rPr lang="en-US" altLang="ja-JP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jawsug</a:t>
            </a:r>
            <a:endParaRPr kumimoji="1" lang="ja-JP" altLang="en-US" sz="28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27EE06-EF2C-C3B5-1754-8D05799C7E38}"/>
              </a:ext>
            </a:extLst>
          </p:cNvPr>
          <p:cNvSpPr txBox="1"/>
          <p:nvPr/>
        </p:nvSpPr>
        <p:spPr>
          <a:xfrm>
            <a:off x="864584" y="2521900"/>
            <a:ext cx="4125196" cy="56781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none" lIns="144000" tIns="144000" rIns="144000" bIns="144000" rtlCol="0">
            <a:spAutoFit/>
          </a:bodyPr>
          <a:lstStyle/>
          <a:p>
            <a:r>
              <a:rPr lang="en-US" altLang="ja-JP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 of Chapters throughout Japan</a:t>
            </a:r>
            <a:endParaRPr kumimoji="1" lang="ja-JP" altLang="en-US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3A236B-A1AD-FA33-3842-6FA1CA781539}"/>
              </a:ext>
            </a:extLst>
          </p:cNvPr>
          <p:cNvSpPr txBox="1"/>
          <p:nvPr/>
        </p:nvSpPr>
        <p:spPr>
          <a:xfrm>
            <a:off x="864584" y="3136956"/>
            <a:ext cx="41251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68 chapters</a:t>
            </a:r>
          </a:p>
          <a:p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area chapters</a:t>
            </a:r>
          </a:p>
          <a:p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specialized chapters</a:t>
            </a:r>
            <a:endParaRPr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4674371-E09E-362E-6599-60F95997913C}"/>
              </a:ext>
            </a:extLst>
          </p:cNvPr>
          <p:cNvSpPr txBox="1"/>
          <p:nvPr/>
        </p:nvSpPr>
        <p:spPr>
          <a:xfrm>
            <a:off x="864584" y="6182265"/>
            <a:ext cx="1898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Mar. 2026</a:t>
            </a:r>
            <a:endParaRPr lang="ja-JP" altLang="en-US" sz="24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E06E5F-A8A8-9BDA-9BE6-C6C1EA20E98F}"/>
              </a:ext>
            </a:extLst>
          </p:cNvPr>
          <p:cNvSpPr txBox="1"/>
          <p:nvPr/>
        </p:nvSpPr>
        <p:spPr>
          <a:xfrm>
            <a:off x="9263241" y="1389126"/>
            <a:ext cx="2348976" cy="5493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Kansai IoT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DE&amp;I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Girls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Beginner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Containers</a:t>
            </a:r>
            <a:endParaRPr lang="en-US" altLang="ja-JP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HPC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(Fin-JAWS)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(Ops-JAWS)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(E-JAWS)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Admin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(NW-JAWS)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(Security-JAWS)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Bigdata (Bigdata-JAWS)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Morning Meeting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SRE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CDK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GameTech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  <a:p>
            <a:pPr marL="285750" indent="-285750">
              <a:buClr>
                <a:srgbClr val="F8B62B"/>
              </a:buClr>
              <a:buFont typeface="ヒラギノ明朝 ProN W3" panose="02020300000000000000" pitchFamily="18" charset="-128"/>
              <a:buChar char="★"/>
            </a:pPr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Gov-JAWS</a:t>
            </a:r>
          </a:p>
          <a:p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D91EC2-2C14-0427-B542-025A7ADC4D3A}"/>
              </a:ext>
            </a:extLst>
          </p:cNvPr>
          <p:cNvSpPr txBox="1"/>
          <p:nvPr/>
        </p:nvSpPr>
        <p:spPr>
          <a:xfrm>
            <a:off x="7695019" y="4580753"/>
            <a:ext cx="9676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Yokohama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514FC5E-D4A3-BD63-8B8F-353145323B2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242149" y="4251744"/>
            <a:ext cx="452870" cy="475203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99F6C75-D5C9-BBAA-8792-B8EC9B308A83}"/>
              </a:ext>
            </a:extLst>
          </p:cNvPr>
          <p:cNvSpPr txBox="1"/>
          <p:nvPr/>
        </p:nvSpPr>
        <p:spPr>
          <a:xfrm>
            <a:off x="7219287" y="4947666"/>
            <a:ext cx="87075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Shizuoka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54A00A6-C362-8651-EEC9-52914C66B65D}"/>
              </a:ext>
            </a:extLst>
          </p:cNvPr>
          <p:cNvSpPr txBox="1"/>
          <p:nvPr/>
        </p:nvSpPr>
        <p:spPr>
          <a:xfrm>
            <a:off x="6822115" y="4136032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F1E8B34-BF8F-05D1-6D33-381AE2C90AFD}"/>
              </a:ext>
            </a:extLst>
          </p:cNvPr>
          <p:cNvCxnSpPr>
            <a:cxnSpLocks/>
          </p:cNvCxnSpPr>
          <p:nvPr/>
        </p:nvCxnSpPr>
        <p:spPr>
          <a:xfrm>
            <a:off x="6997804" y="4341348"/>
            <a:ext cx="287416" cy="627891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E3313CF-2044-49C9-C38E-E64186E9994E}"/>
              </a:ext>
            </a:extLst>
          </p:cNvPr>
          <p:cNvSpPr txBox="1"/>
          <p:nvPr/>
        </p:nvSpPr>
        <p:spPr>
          <a:xfrm>
            <a:off x="7732200" y="2516292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84FDEAF-D55D-D142-41BF-D005A80705B7}"/>
              </a:ext>
            </a:extLst>
          </p:cNvPr>
          <p:cNvSpPr txBox="1"/>
          <p:nvPr/>
        </p:nvSpPr>
        <p:spPr>
          <a:xfrm>
            <a:off x="8006256" y="2434365"/>
            <a:ext cx="5838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rPr>
              <a:t>Iwate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65CA072-01AF-7D79-FF7C-CEA46D0788C6}"/>
              </a:ext>
            </a:extLst>
          </p:cNvPr>
          <p:cNvSpPr txBox="1"/>
          <p:nvPr/>
        </p:nvSpPr>
        <p:spPr>
          <a:xfrm>
            <a:off x="3224581" y="5617611"/>
            <a:ext cx="10198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Kagoshima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D7459D18-08BB-8349-C90B-AD22179C93AC}"/>
              </a:ext>
            </a:extLst>
          </p:cNvPr>
          <p:cNvCxnSpPr>
            <a:cxnSpLocks/>
          </p:cNvCxnSpPr>
          <p:nvPr/>
        </p:nvCxnSpPr>
        <p:spPr>
          <a:xfrm flipV="1">
            <a:off x="4136444" y="5526490"/>
            <a:ext cx="326973" cy="220089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06C692E3-488A-13D3-C3C0-AD8C8662316B}"/>
              </a:ext>
            </a:extLst>
          </p:cNvPr>
          <p:cNvSpPr txBox="1"/>
          <p:nvPr/>
        </p:nvSpPr>
        <p:spPr>
          <a:xfrm>
            <a:off x="4292078" y="5375938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7EDE94CA-DAAE-2840-BCE8-540754848420}"/>
              </a:ext>
            </a:extLst>
          </p:cNvPr>
          <p:cNvSpPr txBox="1"/>
          <p:nvPr/>
        </p:nvSpPr>
        <p:spPr>
          <a:xfrm>
            <a:off x="8298163" y="3237956"/>
            <a:ext cx="70480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Tochigi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91FBC6CF-3402-029E-B934-62A54E9F06B6}"/>
              </a:ext>
            </a:extLst>
          </p:cNvPr>
          <p:cNvCxnSpPr>
            <a:cxnSpLocks/>
          </p:cNvCxnSpPr>
          <p:nvPr/>
        </p:nvCxnSpPr>
        <p:spPr>
          <a:xfrm flipV="1">
            <a:off x="7576105" y="3429000"/>
            <a:ext cx="835511" cy="146611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DD16697-6761-5986-4B74-7EA04CCC58F3}"/>
              </a:ext>
            </a:extLst>
          </p:cNvPr>
          <p:cNvSpPr txBox="1"/>
          <p:nvPr/>
        </p:nvSpPr>
        <p:spPr>
          <a:xfrm>
            <a:off x="7285220" y="3396767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テキスト ボックス 238">
            <a:extLst>
              <a:ext uri="{FF2B5EF4-FFF2-40B4-BE49-F238E27FC236}">
                <a16:creationId xmlns:a16="http://schemas.microsoft.com/office/drawing/2014/main" id="{12896022-5878-3F96-86C8-BC7E5B585502}"/>
              </a:ext>
            </a:extLst>
          </p:cNvPr>
          <p:cNvSpPr txBox="1"/>
          <p:nvPr/>
        </p:nvSpPr>
        <p:spPr>
          <a:xfrm>
            <a:off x="6886144" y="3922094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9229BE29-113F-577D-1A6B-4B1CF987B7CB}"/>
              </a:ext>
            </a:extLst>
          </p:cNvPr>
          <p:cNvCxnSpPr>
            <a:cxnSpLocks/>
          </p:cNvCxnSpPr>
          <p:nvPr/>
        </p:nvCxnSpPr>
        <p:spPr>
          <a:xfrm>
            <a:off x="7061833" y="4105550"/>
            <a:ext cx="406751" cy="71525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テキスト ボックス 242">
            <a:extLst>
              <a:ext uri="{FF2B5EF4-FFF2-40B4-BE49-F238E27FC236}">
                <a16:creationId xmlns:a16="http://schemas.microsoft.com/office/drawing/2014/main" id="{AD26C91F-0265-AEB7-E377-38E6C4C46A51}"/>
              </a:ext>
            </a:extLst>
          </p:cNvPr>
          <p:cNvSpPr txBox="1"/>
          <p:nvPr/>
        </p:nvSpPr>
        <p:spPr>
          <a:xfrm>
            <a:off x="7404161" y="4763568"/>
            <a:ext cx="1007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Yamanashi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6" name="テキスト ボックス 245">
            <a:extLst>
              <a:ext uri="{FF2B5EF4-FFF2-40B4-BE49-F238E27FC236}">
                <a16:creationId xmlns:a16="http://schemas.microsoft.com/office/drawing/2014/main" id="{CE45959C-FACB-2C40-FF5F-E3B1079670C6}"/>
              </a:ext>
            </a:extLst>
          </p:cNvPr>
          <p:cNvSpPr txBox="1"/>
          <p:nvPr/>
        </p:nvSpPr>
        <p:spPr>
          <a:xfrm>
            <a:off x="7380822" y="3634369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テキスト ボックス 247">
            <a:extLst>
              <a:ext uri="{FF2B5EF4-FFF2-40B4-BE49-F238E27FC236}">
                <a16:creationId xmlns:a16="http://schemas.microsoft.com/office/drawing/2014/main" id="{59B8C739-7588-92DD-D89E-CDADC37F96DC}"/>
              </a:ext>
            </a:extLst>
          </p:cNvPr>
          <p:cNvSpPr txBox="1"/>
          <p:nvPr/>
        </p:nvSpPr>
        <p:spPr>
          <a:xfrm>
            <a:off x="7221257" y="3776913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テキスト ボックス 248">
            <a:extLst>
              <a:ext uri="{FF2B5EF4-FFF2-40B4-BE49-F238E27FC236}">
                <a16:creationId xmlns:a16="http://schemas.microsoft.com/office/drawing/2014/main" id="{5EF19603-5438-6148-2BB3-4E292DCCDF40}"/>
              </a:ext>
            </a:extLst>
          </p:cNvPr>
          <p:cNvSpPr txBox="1"/>
          <p:nvPr/>
        </p:nvSpPr>
        <p:spPr>
          <a:xfrm>
            <a:off x="8195235" y="3630719"/>
            <a:ext cx="6864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Ibaraki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0" name="直線コネクタ 249">
            <a:extLst>
              <a:ext uri="{FF2B5EF4-FFF2-40B4-BE49-F238E27FC236}">
                <a16:creationId xmlns:a16="http://schemas.microsoft.com/office/drawing/2014/main" id="{CC54FD84-3693-2371-F424-3C1F5050888D}"/>
              </a:ext>
            </a:extLst>
          </p:cNvPr>
          <p:cNvCxnSpPr>
            <a:cxnSpLocks/>
          </p:cNvCxnSpPr>
          <p:nvPr/>
        </p:nvCxnSpPr>
        <p:spPr>
          <a:xfrm>
            <a:off x="7603735" y="3772875"/>
            <a:ext cx="622600" cy="10258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52AE577-80CA-90A6-ADC7-9885748BDE2F}"/>
              </a:ext>
            </a:extLst>
          </p:cNvPr>
          <p:cNvSpPr txBox="1"/>
          <p:nvPr/>
        </p:nvSpPr>
        <p:spPr>
          <a:xfrm>
            <a:off x="5131982" y="3360563"/>
            <a:ext cx="59343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Fukui</a:t>
            </a:r>
            <a:endParaRPr kumimoji="1" lang="ja-JP" altLang="en-US" sz="130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7F65832-321E-79A2-6E12-2509194858C9}"/>
              </a:ext>
            </a:extLst>
          </p:cNvPr>
          <p:cNvCxnSpPr>
            <a:cxnSpLocks/>
          </p:cNvCxnSpPr>
          <p:nvPr/>
        </p:nvCxnSpPr>
        <p:spPr>
          <a:xfrm>
            <a:off x="5660215" y="3618467"/>
            <a:ext cx="583957" cy="331783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8B64651-FDB2-AA1F-4F7B-59F66A52C341}"/>
              </a:ext>
            </a:extLst>
          </p:cNvPr>
          <p:cNvSpPr txBox="1"/>
          <p:nvPr/>
        </p:nvSpPr>
        <p:spPr>
          <a:xfrm>
            <a:off x="6082856" y="3800710"/>
            <a:ext cx="351378" cy="2923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" altLang="ja-JP" sz="1300" dirty="0">
                <a:solidFill>
                  <a:srgbClr val="F8B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</a:t>
            </a:r>
            <a:endParaRPr kumimoji="1" lang="ja-JP" altLang="en-US" sz="1300">
              <a:solidFill>
                <a:srgbClr val="F8B6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5466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332</Words>
  <Application>Microsoft Macintosh PowerPoint</Application>
  <PresentationFormat>ワイド画面</PresentationFormat>
  <Paragraphs>234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Hiragino Kaku Gothic Pro W3</vt:lpstr>
      <vt:lpstr>Meiryo UI</vt:lpstr>
      <vt:lpstr>ヒラギノ明朝 ProN W3</vt:lpstr>
      <vt:lpstr>游ゴシック</vt:lpstr>
      <vt:lpstr>游ゴシック Light</vt:lpstr>
      <vt:lpstr>Arial</vt:lpstr>
      <vt:lpstr>2_Office テーマ</vt:lpstr>
      <vt:lpstr>1_Office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尾谷 紘平</dc:creator>
  <cp:lastModifiedBy>武士 古里</cp:lastModifiedBy>
  <cp:revision>18</cp:revision>
  <dcterms:created xsi:type="dcterms:W3CDTF">2022-08-29T23:03:55Z</dcterms:created>
  <dcterms:modified xsi:type="dcterms:W3CDTF">2026-02-23T14:41:54Z</dcterms:modified>
</cp:coreProperties>
</file>